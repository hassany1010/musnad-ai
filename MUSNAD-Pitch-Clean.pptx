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87" r:id="rId50"/>
    <p:sldId id="288" r:id="rId51"/>
    <p:sldId id="289" r:id="rId52"/>
    <p:sldId id="290" r:id="rId53"/>
    <p:sldId id="291" r:id="rId54"/>
    <p:sldId id="292" r:id="rId55"/>
    <p:sldId id="293" r:id="rId56"/>
    <p:sldId id="294" r:id="rId57"/>
    <p:sldId id="295" r:id="rId58"/>
  </p:sldIdLst>
  <p:sldSz cy="10287000" cx="18288000"/>
  <p:notesSz cx="6858000" cy="9144000"/>
  <p:embeddedFontLst>
    <p:embeddedFont>
      <p:font typeface="Urbanist"/>
      <p:regular r:id="rId37"/>
      <p:bold r:id="rId38"/>
      <p:italic r:id="rId39"/>
      <p:boldItalic r:id="rId40"/>
    </p:embeddedFont>
    <p:embeddedFont>
      <p:font typeface="Readex Pro Medium"/>
      <p:regular r:id="rId41"/>
      <p:bold r:id="rId42"/>
    </p:embeddedFont>
    <p:embeddedFont>
      <p:font typeface="Readex Pro SemiBold"/>
      <p:regular r:id="rId43"/>
      <p:bold r:id="rId44"/>
    </p:embeddedFont>
    <p:embeddedFont>
      <p:font typeface="Readex Pro"/>
      <p:regular r:id="rId45"/>
      <p:bold r:id="rId46"/>
    </p:embeddedFont>
    <p:embeddedFont>
      <p:font typeface="Readex Pro Light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9" roundtripDataSignature="AMtx7mh1GeQrG1kO//gaBT9ZQp796F1r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ED9858-D163-4338-9E88-1F424354888F}">
  <a:tblStyle styleId="{B8ED9858-D163-4338-9E88-1F424354888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7" Type="http://schemas.openxmlformats.org/officeDocument/2006/relationships/font" Target="fonts/Urbanist-regular.fntdata"/><Relationship Id="rId38" Type="http://schemas.openxmlformats.org/officeDocument/2006/relationships/font" Target="fonts/Urbanist-bold.fntdata"/><Relationship Id="rId39" Type="http://schemas.openxmlformats.org/officeDocument/2006/relationships/font" Target="fonts/Urbanist-italic.fntdata"/><Relationship Id="rId40" Type="http://schemas.openxmlformats.org/officeDocument/2006/relationships/font" Target="fonts/Urbanist-boldItalic.fntdata"/><Relationship Id="rId41" Type="http://schemas.openxmlformats.org/officeDocument/2006/relationships/font" Target="fonts/ReadexProMedium-regular.fntdata"/><Relationship Id="rId42" Type="http://schemas.openxmlformats.org/officeDocument/2006/relationships/font" Target="fonts/ReadexProMedium-bold.fntdata"/><Relationship Id="rId43" Type="http://schemas.openxmlformats.org/officeDocument/2006/relationships/font" Target="fonts/ReadexProSemiBold-regular.fntdata"/><Relationship Id="rId44" Type="http://schemas.openxmlformats.org/officeDocument/2006/relationships/font" Target="fonts/ReadexProSemiBold-bold.fntdata"/><Relationship Id="rId45" Type="http://schemas.openxmlformats.org/officeDocument/2006/relationships/font" Target="fonts/ReadexPro-regular.fntdata"/><Relationship Id="rId46" Type="http://schemas.openxmlformats.org/officeDocument/2006/relationships/font" Target="fonts/ReadexPro-bold.fntdata"/><Relationship Id="rId47" Type="http://schemas.openxmlformats.org/officeDocument/2006/relationships/font" Target="fonts/ReadexProLight-regular.fntdata"/><Relationship Id="rId48" Type="http://schemas.openxmlformats.org/officeDocument/2006/relationships/font" Target="fonts/ReadexProLight-bold.fntdata"/><Relationship Id="rId49" Type="http://customschemas.google.com/relationships/presentationmetadata" Target="metadata"/><Relationship Id="rId50" Type="http://schemas.openxmlformats.org/officeDocument/2006/relationships/slide" Target="slides/slide32.xml"/><Relationship Id="rId51" Type="http://schemas.openxmlformats.org/officeDocument/2006/relationships/slide" Target="slides/slide33.xml"/><Relationship Id="rId52" Type="http://schemas.openxmlformats.org/officeDocument/2006/relationships/slide" Target="slides/slide34.xml"/><Relationship Id="rId53" Type="http://schemas.openxmlformats.org/officeDocument/2006/relationships/slide" Target="slides/slide35.xml"/><Relationship Id="rId54" Type="http://schemas.openxmlformats.org/officeDocument/2006/relationships/slide" Target="slides/slide36.xml"/><Relationship Id="rId55" Type="http://schemas.openxmlformats.org/officeDocument/2006/relationships/slide" Target="slides/slide37.xml"/><Relationship Id="rId56" Type="http://schemas.openxmlformats.org/officeDocument/2006/relationships/slide" Target="slides/slide38.xml"/><Relationship Id="rId57" Type="http://schemas.openxmlformats.org/officeDocument/2006/relationships/slide" Target="slides/slide39.xml"/><Relationship Id="rId58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غلاف المشروع">
  <p:cSld name="غلاف المشروع">
    <p:bg>
      <p:bgPr>
        <a:solidFill>
          <a:srgbClr val="12183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876872"/>
            <a:ext cx="6572250" cy="1684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54250" y="840995"/>
            <a:ext cx="2190750" cy="138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8258" y="3190875"/>
            <a:ext cx="6701734" cy="619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4"/>
          <p:cNvSpPr txBox="1"/>
          <p:nvPr>
            <p:ph type="title"/>
          </p:nvPr>
        </p:nvSpPr>
        <p:spPr>
          <a:xfrm>
            <a:off x="8096250" y="3524250"/>
            <a:ext cx="9048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" name="Google Shape;17;p34"/>
          <p:cNvSpPr txBox="1"/>
          <p:nvPr>
            <p:ph idx="1" type="body"/>
          </p:nvPr>
        </p:nvSpPr>
        <p:spPr>
          <a:xfrm>
            <a:off x="8096250" y="5334000"/>
            <a:ext cx="904875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" name="Google Shape;18;p34"/>
          <p:cNvSpPr txBox="1"/>
          <p:nvPr>
            <p:ph idx="2" type="body"/>
          </p:nvPr>
        </p:nvSpPr>
        <p:spPr>
          <a:xfrm>
            <a:off x="8953500" y="7762875"/>
            <a:ext cx="81915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" name="Google Shape;19;p34"/>
          <p:cNvSpPr txBox="1"/>
          <p:nvPr>
            <p:ph idx="3" type="body"/>
          </p:nvPr>
        </p:nvSpPr>
        <p:spPr>
          <a:xfrm>
            <a:off x="1066800" y="9391650"/>
            <a:ext cx="5429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حتويات العرض">
  <p:cSld name="محتويات العرض">
    <p:bg>
      <p:bgPr>
        <a:solidFill>
          <a:srgbClr val="12183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5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" name="Google Shape;24;p35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5" name="Google Shape;25;p3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6" name="Google Shape;26;p3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5"/>
          <p:cNvSpPr txBox="1"/>
          <p:nvPr>
            <p:ph idx="2" type="body"/>
          </p:nvPr>
        </p:nvSpPr>
        <p:spPr>
          <a:xfrm>
            <a:off x="12382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" name="Google Shape;28;p35"/>
          <p:cNvSpPr txBox="1"/>
          <p:nvPr>
            <p:ph idx="3" type="body"/>
          </p:nvPr>
        </p:nvSpPr>
        <p:spPr>
          <a:xfrm>
            <a:off x="12382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" name="Google Shape;29;p35"/>
          <p:cNvSpPr txBox="1"/>
          <p:nvPr>
            <p:ph idx="4" type="body"/>
          </p:nvPr>
        </p:nvSpPr>
        <p:spPr>
          <a:xfrm>
            <a:off x="12382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5" type="body"/>
          </p:nvPr>
        </p:nvSpPr>
        <p:spPr>
          <a:xfrm>
            <a:off x="7048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" name="Google Shape;31;p35"/>
          <p:cNvSpPr txBox="1"/>
          <p:nvPr>
            <p:ph idx="6" type="body"/>
          </p:nvPr>
        </p:nvSpPr>
        <p:spPr>
          <a:xfrm>
            <a:off x="7048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2" name="Google Shape;32;p35"/>
          <p:cNvSpPr txBox="1"/>
          <p:nvPr>
            <p:ph idx="7" type="body"/>
          </p:nvPr>
        </p:nvSpPr>
        <p:spPr>
          <a:xfrm>
            <a:off x="7048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3" name="Google Shape;33;p35"/>
          <p:cNvSpPr txBox="1"/>
          <p:nvPr>
            <p:ph idx="8" type="body"/>
          </p:nvPr>
        </p:nvSpPr>
        <p:spPr>
          <a:xfrm>
            <a:off x="1714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4" name="Google Shape;34;p35"/>
          <p:cNvSpPr txBox="1"/>
          <p:nvPr>
            <p:ph idx="9" type="body"/>
          </p:nvPr>
        </p:nvSpPr>
        <p:spPr>
          <a:xfrm>
            <a:off x="1714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5" name="Google Shape;35;p35"/>
          <p:cNvSpPr txBox="1"/>
          <p:nvPr>
            <p:ph idx="13" type="body"/>
          </p:nvPr>
        </p:nvSpPr>
        <p:spPr>
          <a:xfrm>
            <a:off x="1714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6" name="Google Shape;36;p35"/>
          <p:cNvSpPr txBox="1"/>
          <p:nvPr>
            <p:ph idx="14" type="body"/>
          </p:nvPr>
        </p:nvSpPr>
        <p:spPr>
          <a:xfrm>
            <a:off x="12382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7" name="Google Shape;37;p35"/>
          <p:cNvSpPr txBox="1"/>
          <p:nvPr>
            <p:ph idx="15" type="body"/>
          </p:nvPr>
        </p:nvSpPr>
        <p:spPr>
          <a:xfrm>
            <a:off x="12382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8" name="Google Shape;38;p35"/>
          <p:cNvSpPr txBox="1"/>
          <p:nvPr>
            <p:ph idx="16" type="body"/>
          </p:nvPr>
        </p:nvSpPr>
        <p:spPr>
          <a:xfrm>
            <a:off x="12382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9" name="Google Shape;39;p35"/>
          <p:cNvSpPr txBox="1"/>
          <p:nvPr>
            <p:ph idx="17" type="body"/>
          </p:nvPr>
        </p:nvSpPr>
        <p:spPr>
          <a:xfrm>
            <a:off x="7048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0" name="Google Shape;40;p35"/>
          <p:cNvSpPr txBox="1"/>
          <p:nvPr>
            <p:ph idx="18" type="body"/>
          </p:nvPr>
        </p:nvSpPr>
        <p:spPr>
          <a:xfrm>
            <a:off x="7048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1" name="Google Shape;41;p35"/>
          <p:cNvSpPr txBox="1"/>
          <p:nvPr>
            <p:ph idx="19" type="body"/>
          </p:nvPr>
        </p:nvSpPr>
        <p:spPr>
          <a:xfrm>
            <a:off x="7048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2" name="Google Shape;42;p35"/>
          <p:cNvSpPr txBox="1"/>
          <p:nvPr>
            <p:ph idx="20" type="body"/>
          </p:nvPr>
        </p:nvSpPr>
        <p:spPr>
          <a:xfrm>
            <a:off x="1714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3" name="Google Shape;43;p35"/>
          <p:cNvSpPr txBox="1"/>
          <p:nvPr>
            <p:ph idx="21" type="body"/>
          </p:nvPr>
        </p:nvSpPr>
        <p:spPr>
          <a:xfrm>
            <a:off x="1714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4" name="Google Shape;44;p35"/>
          <p:cNvSpPr txBox="1"/>
          <p:nvPr>
            <p:ph idx="22" type="body"/>
          </p:nvPr>
        </p:nvSpPr>
        <p:spPr>
          <a:xfrm>
            <a:off x="1714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صل قسم">
  <p:cSld name="فاصل قسم">
    <p:bg>
      <p:bgPr>
        <a:solidFill>
          <a:srgbClr val="12183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87391"/>
            <a:ext cx="4000500" cy="102551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6"/>
          <p:cNvSpPr txBox="1"/>
          <p:nvPr>
            <p:ph idx="1" type="body"/>
          </p:nvPr>
        </p:nvSpPr>
        <p:spPr>
          <a:xfrm>
            <a:off x="13430250" y="3143250"/>
            <a:ext cx="36195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9" name="Google Shape;49;p36"/>
          <p:cNvSpPr txBox="1"/>
          <p:nvPr>
            <p:ph type="title"/>
          </p:nvPr>
        </p:nvSpPr>
        <p:spPr>
          <a:xfrm>
            <a:off x="4953000" y="4810125"/>
            <a:ext cx="120967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0" name="Google Shape;50;p36"/>
          <p:cNvSpPr txBox="1"/>
          <p:nvPr>
            <p:ph idx="2" type="body"/>
          </p:nvPr>
        </p:nvSpPr>
        <p:spPr>
          <a:xfrm>
            <a:off x="6667500" y="6572250"/>
            <a:ext cx="10382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ربع نقاط">
  <p:cSld name="أربع نقاط">
    <p:bg>
      <p:bgPr>
        <a:solidFill>
          <a:srgbClr val="12183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7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5" name="Google Shape;55;p37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6" name="Google Shape;56;p37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7" name="Google Shape;57;p37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58" name="Google Shape;58;p3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7"/>
          <p:cNvSpPr txBox="1"/>
          <p:nvPr>
            <p:ph idx="3" type="body"/>
          </p:nvPr>
        </p:nvSpPr>
        <p:spPr>
          <a:xfrm>
            <a:off x="9810750" y="3952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0" name="Google Shape;60;p37"/>
          <p:cNvSpPr txBox="1"/>
          <p:nvPr>
            <p:ph idx="4" type="body"/>
          </p:nvPr>
        </p:nvSpPr>
        <p:spPr>
          <a:xfrm>
            <a:off x="9810750" y="4657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1" name="Google Shape;61;p37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2" name="Google Shape;62;p37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3" name="Google Shape;63;p37"/>
          <p:cNvSpPr txBox="1"/>
          <p:nvPr>
            <p:ph idx="7" type="body"/>
          </p:nvPr>
        </p:nvSpPr>
        <p:spPr>
          <a:xfrm>
            <a:off x="9810750" y="6619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4" name="Google Shape;64;p37"/>
          <p:cNvSpPr txBox="1"/>
          <p:nvPr>
            <p:ph idx="8" type="body"/>
          </p:nvPr>
        </p:nvSpPr>
        <p:spPr>
          <a:xfrm>
            <a:off x="9810750" y="7324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5" name="Google Shape;65;p37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6" name="Google Shape;66;p37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رئيسي">
  <p:cSld name="نص رئيسي">
    <p:bg>
      <p:bgPr>
        <a:solidFill>
          <a:srgbClr val="12183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8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1" name="Google Shape;71;p38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2" name="Google Shape;72;p38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73" name="Google Shape;73;p3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8"/>
          <p:cNvSpPr txBox="1"/>
          <p:nvPr>
            <p:ph idx="2" type="body"/>
          </p:nvPr>
        </p:nvSpPr>
        <p:spPr>
          <a:xfrm>
            <a:off x="6191250" y="4000500"/>
            <a:ext cx="1095375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5" name="Google Shape;75;p38"/>
          <p:cNvSpPr txBox="1"/>
          <p:nvPr>
            <p:ph idx="3" type="body"/>
          </p:nvPr>
        </p:nvSpPr>
        <p:spPr>
          <a:xfrm>
            <a:off x="6191250" y="7239000"/>
            <a:ext cx="1095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6" name="Google Shape;76;p38"/>
          <p:cNvSpPr txBox="1"/>
          <p:nvPr>
            <p:ph idx="4" type="body"/>
          </p:nvPr>
        </p:nvSpPr>
        <p:spPr>
          <a:xfrm>
            <a:off x="6191250" y="8001000"/>
            <a:ext cx="10953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وصورة عريضة">
  <p:cSld name="نص وصورة عريضة">
    <p:bg>
      <p:bgPr>
        <a:solidFill>
          <a:srgbClr val="12183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9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1" name="Google Shape;81;p39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2" name="Google Shape;82;p39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9"/>
          <p:cNvSpPr/>
          <p:nvPr>
            <p:ph idx="2" type="pic"/>
          </p:nvPr>
        </p:nvSpPr>
        <p:spPr>
          <a:xfrm>
            <a:off x="1428750" y="4048125"/>
            <a:ext cx="8382000" cy="4714875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9"/>
          <p:cNvSpPr txBox="1"/>
          <p:nvPr>
            <p:ph idx="3" type="body"/>
          </p:nvPr>
        </p:nvSpPr>
        <p:spPr>
          <a:xfrm>
            <a:off x="10763250" y="409575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6" name="Google Shape;86;p39"/>
          <p:cNvSpPr txBox="1"/>
          <p:nvPr>
            <p:ph idx="4" type="body"/>
          </p:nvPr>
        </p:nvSpPr>
        <p:spPr>
          <a:xfrm>
            <a:off x="10763250" y="4800600"/>
            <a:ext cx="6381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7" name="Google Shape;87;p39"/>
          <p:cNvSpPr txBox="1"/>
          <p:nvPr>
            <p:ph idx="5" type="body"/>
          </p:nvPr>
        </p:nvSpPr>
        <p:spPr>
          <a:xfrm>
            <a:off x="10763250" y="666750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8" name="Google Shape;88;p39"/>
          <p:cNvSpPr txBox="1"/>
          <p:nvPr>
            <p:ph idx="6" type="body"/>
          </p:nvPr>
        </p:nvSpPr>
        <p:spPr>
          <a:xfrm>
            <a:off x="10763250" y="7372350"/>
            <a:ext cx="6381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وصورة مربعة">
  <p:cSld name="نص وصورة مربعة">
    <p:bg>
      <p:bgPr>
        <a:solidFill>
          <a:srgbClr val="12183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0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3" name="Google Shape;93;p40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4" name="Google Shape;94;p40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95" name="Google Shape;95;p4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0"/>
          <p:cNvSpPr/>
          <p:nvPr>
            <p:ph idx="2" type="pic"/>
          </p:nvPr>
        </p:nvSpPr>
        <p:spPr>
          <a:xfrm>
            <a:off x="2190750" y="3476625"/>
            <a:ext cx="5715000" cy="571500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0"/>
          <p:cNvSpPr txBox="1"/>
          <p:nvPr>
            <p:ph idx="3" type="body"/>
          </p:nvPr>
        </p:nvSpPr>
        <p:spPr>
          <a:xfrm>
            <a:off x="10001250" y="3905250"/>
            <a:ext cx="71437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8" name="Google Shape;98;p40"/>
          <p:cNvSpPr txBox="1"/>
          <p:nvPr>
            <p:ph idx="4" type="body"/>
          </p:nvPr>
        </p:nvSpPr>
        <p:spPr>
          <a:xfrm>
            <a:off x="10001250" y="5191125"/>
            <a:ext cx="7143750" cy="2428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9" name="Google Shape;99;p40"/>
          <p:cNvSpPr txBox="1"/>
          <p:nvPr>
            <p:ph idx="5" type="body"/>
          </p:nvPr>
        </p:nvSpPr>
        <p:spPr>
          <a:xfrm>
            <a:off x="10001250" y="8048625"/>
            <a:ext cx="7143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ؤشرات">
  <p:cSld name="مؤشرات">
    <p:bg>
      <p:bgPr>
        <a:solidFill>
          <a:srgbClr val="12183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1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4" name="Google Shape;104;p41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5" name="Google Shape;105;p41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6" name="Google Shape;106;p41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07" name="Google Shape;107;p4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1"/>
          <p:cNvSpPr txBox="1"/>
          <p:nvPr>
            <p:ph idx="3" type="body"/>
          </p:nvPr>
        </p:nvSpPr>
        <p:spPr>
          <a:xfrm>
            <a:off x="13716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9" name="Google Shape;109;p41"/>
          <p:cNvSpPr txBox="1"/>
          <p:nvPr>
            <p:ph idx="4" type="body"/>
          </p:nvPr>
        </p:nvSpPr>
        <p:spPr>
          <a:xfrm>
            <a:off x="13716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0" name="Google Shape;110;p41"/>
          <p:cNvSpPr txBox="1"/>
          <p:nvPr>
            <p:ph idx="5" type="body"/>
          </p:nvPr>
        </p:nvSpPr>
        <p:spPr>
          <a:xfrm>
            <a:off x="13716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1" name="Google Shape;111;p41"/>
          <p:cNvSpPr txBox="1"/>
          <p:nvPr>
            <p:ph idx="6" type="body"/>
          </p:nvPr>
        </p:nvSpPr>
        <p:spPr>
          <a:xfrm>
            <a:off x="9715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2" name="Google Shape;112;p41"/>
          <p:cNvSpPr txBox="1"/>
          <p:nvPr>
            <p:ph idx="7" type="body"/>
          </p:nvPr>
        </p:nvSpPr>
        <p:spPr>
          <a:xfrm>
            <a:off x="9715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3" name="Google Shape;113;p41"/>
          <p:cNvSpPr txBox="1"/>
          <p:nvPr>
            <p:ph idx="8" type="body"/>
          </p:nvPr>
        </p:nvSpPr>
        <p:spPr>
          <a:xfrm>
            <a:off x="9715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4" name="Google Shape;114;p41"/>
          <p:cNvSpPr txBox="1"/>
          <p:nvPr>
            <p:ph idx="9" type="body"/>
          </p:nvPr>
        </p:nvSpPr>
        <p:spPr>
          <a:xfrm>
            <a:off x="5715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5" name="Google Shape;115;p41"/>
          <p:cNvSpPr txBox="1"/>
          <p:nvPr>
            <p:ph idx="13" type="body"/>
          </p:nvPr>
        </p:nvSpPr>
        <p:spPr>
          <a:xfrm>
            <a:off x="5715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6" name="Google Shape;116;p41"/>
          <p:cNvSpPr txBox="1"/>
          <p:nvPr>
            <p:ph idx="14" type="body"/>
          </p:nvPr>
        </p:nvSpPr>
        <p:spPr>
          <a:xfrm>
            <a:off x="5715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7" name="Google Shape;117;p41"/>
          <p:cNvSpPr txBox="1"/>
          <p:nvPr>
            <p:ph idx="15" type="body"/>
          </p:nvPr>
        </p:nvSpPr>
        <p:spPr>
          <a:xfrm>
            <a:off x="1714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8" name="Google Shape;118;p41"/>
          <p:cNvSpPr txBox="1"/>
          <p:nvPr>
            <p:ph idx="16" type="body"/>
          </p:nvPr>
        </p:nvSpPr>
        <p:spPr>
          <a:xfrm>
            <a:off x="1714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9" name="Google Shape;119;p41"/>
          <p:cNvSpPr txBox="1"/>
          <p:nvPr>
            <p:ph idx="17" type="body"/>
          </p:nvPr>
        </p:nvSpPr>
        <p:spPr>
          <a:xfrm>
            <a:off x="1714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0" name="Google Shape;120;p41"/>
          <p:cNvSpPr txBox="1"/>
          <p:nvPr>
            <p:ph idx="18" type="body"/>
          </p:nvPr>
        </p:nvSpPr>
        <p:spPr>
          <a:xfrm>
            <a:off x="1714500" y="8763000"/>
            <a:ext cx="15430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رسالة رئيسية">
  <p:cSld name="رسالة رئيسية">
    <p:bg>
      <p:bgPr>
        <a:solidFill>
          <a:srgbClr val="F2F4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73" y="685800"/>
            <a:ext cx="399435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2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25" name="Google Shape;125;p42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2"/>
          <p:cNvSpPr txBox="1"/>
          <p:nvPr>
            <p:ph type="title"/>
          </p:nvPr>
        </p:nvSpPr>
        <p:spPr>
          <a:xfrm>
            <a:off x="2476500" y="3143250"/>
            <a:ext cx="1333500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7" name="Google Shape;127;p42"/>
          <p:cNvSpPr txBox="1"/>
          <p:nvPr>
            <p:ph idx="1" type="body"/>
          </p:nvPr>
        </p:nvSpPr>
        <p:spPr>
          <a:xfrm>
            <a:off x="3333750" y="6905625"/>
            <a:ext cx="11620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8" name="Google Shape;128;p42"/>
          <p:cNvSpPr txBox="1"/>
          <p:nvPr>
            <p:ph idx="2" type="body"/>
          </p:nvPr>
        </p:nvSpPr>
        <p:spPr>
          <a:xfrm>
            <a:off x="3333750" y="8239125"/>
            <a:ext cx="11620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جدول داكن">
  <p:cSld name="جدول داكن">
    <p:bg>
      <p:bgPr>
        <a:solidFill>
          <a:srgbClr val="12183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3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3" name="Google Shape;133;p43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4" name="Google Shape;134;p43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5" name="Google Shape;135;p43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36" name="Google Shape;136;p4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3"/>
          <p:cNvSpPr txBox="1"/>
          <p:nvPr>
            <p:ph idx="3" type="body"/>
          </p:nvPr>
        </p:nvSpPr>
        <p:spPr>
          <a:xfrm>
            <a:off x="17145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8" name="Google Shape;138;p43"/>
          <p:cNvSpPr/>
          <p:nvPr>
            <p:ph idx="4" type="tbl"/>
          </p:nvPr>
        </p:nvSpPr>
        <p:spPr>
          <a:xfrm>
            <a:off x="1714500" y="3905250"/>
            <a:ext cx="15430500" cy="447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خط زمني">
  <p:cSld name="خط زمني">
    <p:bg>
      <p:bgPr>
        <a:solidFill>
          <a:srgbClr val="12183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4"/>
          <p:cNvSpPr/>
          <p:nvPr/>
        </p:nvSpPr>
        <p:spPr>
          <a:xfrm>
            <a:off x="142875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4"/>
          <p:cNvSpPr/>
          <p:nvPr/>
        </p:nvSpPr>
        <p:spPr>
          <a:xfrm>
            <a:off x="1114425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4"/>
          <p:cNvSpPr/>
          <p:nvPr/>
        </p:nvSpPr>
        <p:spPr>
          <a:xfrm>
            <a:off x="80010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4"/>
          <p:cNvSpPr/>
          <p:nvPr/>
        </p:nvSpPr>
        <p:spPr>
          <a:xfrm>
            <a:off x="485775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4"/>
          <p:cNvSpPr/>
          <p:nvPr/>
        </p:nvSpPr>
        <p:spPr>
          <a:xfrm>
            <a:off x="17145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4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48" name="Google Shape;148;p44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49" name="Google Shape;149;p44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0" name="Google Shape;150;p44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51" name="Google Shape;151;p4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4"/>
          <p:cNvSpPr txBox="1"/>
          <p:nvPr>
            <p:ph idx="3" type="body"/>
          </p:nvPr>
        </p:nvSpPr>
        <p:spPr>
          <a:xfrm>
            <a:off x="142875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3" name="Google Shape;153;p44"/>
          <p:cNvSpPr txBox="1"/>
          <p:nvPr>
            <p:ph idx="4" type="body"/>
          </p:nvPr>
        </p:nvSpPr>
        <p:spPr>
          <a:xfrm>
            <a:off x="142875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4" name="Google Shape;154;p44"/>
          <p:cNvSpPr txBox="1"/>
          <p:nvPr>
            <p:ph idx="5" type="body"/>
          </p:nvPr>
        </p:nvSpPr>
        <p:spPr>
          <a:xfrm>
            <a:off x="142875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5" name="Google Shape;155;p44"/>
          <p:cNvSpPr txBox="1"/>
          <p:nvPr>
            <p:ph idx="6" type="body"/>
          </p:nvPr>
        </p:nvSpPr>
        <p:spPr>
          <a:xfrm>
            <a:off x="142875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6" name="Google Shape;156;p44"/>
          <p:cNvSpPr txBox="1"/>
          <p:nvPr>
            <p:ph idx="7" type="body"/>
          </p:nvPr>
        </p:nvSpPr>
        <p:spPr>
          <a:xfrm>
            <a:off x="111442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7" name="Google Shape;157;p44"/>
          <p:cNvSpPr txBox="1"/>
          <p:nvPr>
            <p:ph idx="8" type="body"/>
          </p:nvPr>
        </p:nvSpPr>
        <p:spPr>
          <a:xfrm>
            <a:off x="1114425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8" name="Google Shape;158;p44"/>
          <p:cNvSpPr txBox="1"/>
          <p:nvPr>
            <p:ph idx="9" type="body"/>
          </p:nvPr>
        </p:nvSpPr>
        <p:spPr>
          <a:xfrm>
            <a:off x="111442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9" name="Google Shape;159;p44"/>
          <p:cNvSpPr txBox="1"/>
          <p:nvPr>
            <p:ph idx="13" type="body"/>
          </p:nvPr>
        </p:nvSpPr>
        <p:spPr>
          <a:xfrm>
            <a:off x="1114425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0" name="Google Shape;160;p44"/>
          <p:cNvSpPr txBox="1"/>
          <p:nvPr>
            <p:ph idx="14" type="body"/>
          </p:nvPr>
        </p:nvSpPr>
        <p:spPr>
          <a:xfrm>
            <a:off x="80010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1" name="Google Shape;161;p44"/>
          <p:cNvSpPr txBox="1"/>
          <p:nvPr>
            <p:ph idx="15" type="body"/>
          </p:nvPr>
        </p:nvSpPr>
        <p:spPr>
          <a:xfrm>
            <a:off x="80010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2" name="Google Shape;162;p44"/>
          <p:cNvSpPr txBox="1"/>
          <p:nvPr>
            <p:ph idx="16" type="body"/>
          </p:nvPr>
        </p:nvSpPr>
        <p:spPr>
          <a:xfrm>
            <a:off x="80010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3" name="Google Shape;163;p44"/>
          <p:cNvSpPr txBox="1"/>
          <p:nvPr>
            <p:ph idx="17" type="body"/>
          </p:nvPr>
        </p:nvSpPr>
        <p:spPr>
          <a:xfrm>
            <a:off x="80010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4" name="Google Shape;164;p44"/>
          <p:cNvSpPr txBox="1"/>
          <p:nvPr>
            <p:ph idx="18" type="body"/>
          </p:nvPr>
        </p:nvSpPr>
        <p:spPr>
          <a:xfrm>
            <a:off x="48577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5" name="Google Shape;165;p44"/>
          <p:cNvSpPr txBox="1"/>
          <p:nvPr>
            <p:ph idx="19" type="body"/>
          </p:nvPr>
        </p:nvSpPr>
        <p:spPr>
          <a:xfrm>
            <a:off x="485775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6" name="Google Shape;166;p44"/>
          <p:cNvSpPr txBox="1"/>
          <p:nvPr>
            <p:ph idx="20" type="body"/>
          </p:nvPr>
        </p:nvSpPr>
        <p:spPr>
          <a:xfrm>
            <a:off x="48577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7" name="Google Shape;167;p44"/>
          <p:cNvSpPr txBox="1"/>
          <p:nvPr>
            <p:ph idx="21" type="body"/>
          </p:nvPr>
        </p:nvSpPr>
        <p:spPr>
          <a:xfrm>
            <a:off x="485775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8" name="Google Shape;168;p44"/>
          <p:cNvSpPr txBox="1"/>
          <p:nvPr>
            <p:ph idx="22" type="body"/>
          </p:nvPr>
        </p:nvSpPr>
        <p:spPr>
          <a:xfrm>
            <a:off x="17145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9" name="Google Shape;169;p44"/>
          <p:cNvSpPr txBox="1"/>
          <p:nvPr>
            <p:ph idx="23" type="body"/>
          </p:nvPr>
        </p:nvSpPr>
        <p:spPr>
          <a:xfrm>
            <a:off x="17145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0" name="Google Shape;170;p44"/>
          <p:cNvSpPr txBox="1"/>
          <p:nvPr>
            <p:ph idx="24" type="body"/>
          </p:nvPr>
        </p:nvSpPr>
        <p:spPr>
          <a:xfrm>
            <a:off x="17145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1" name="Google Shape;171;p44"/>
          <p:cNvSpPr txBox="1"/>
          <p:nvPr>
            <p:ph idx="25" type="body"/>
          </p:nvPr>
        </p:nvSpPr>
        <p:spPr>
          <a:xfrm>
            <a:off x="17145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ريق العمل">
  <p:cSld name="فريق العمل">
    <p:bg>
      <p:bgPr>
        <a:solidFill>
          <a:srgbClr val="12183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5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6" name="Google Shape;176;p45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7" name="Google Shape;177;p45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8" name="Google Shape;178;p4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79" name="Google Shape;179;p4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5"/>
          <p:cNvSpPr/>
          <p:nvPr>
            <p:ph idx="3" type="pic"/>
          </p:nvPr>
        </p:nvSpPr>
        <p:spPr>
          <a:xfrm>
            <a:off x="141922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45"/>
          <p:cNvSpPr txBox="1"/>
          <p:nvPr>
            <p:ph idx="4" type="body"/>
          </p:nvPr>
        </p:nvSpPr>
        <p:spPr>
          <a:xfrm>
            <a:off x="13716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2" name="Google Shape;182;p45"/>
          <p:cNvSpPr txBox="1"/>
          <p:nvPr>
            <p:ph idx="5" type="body"/>
          </p:nvPr>
        </p:nvSpPr>
        <p:spPr>
          <a:xfrm>
            <a:off x="13716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3" name="Google Shape;183;p45"/>
          <p:cNvSpPr/>
          <p:nvPr>
            <p:ph idx="6" type="pic"/>
          </p:nvPr>
        </p:nvSpPr>
        <p:spPr>
          <a:xfrm>
            <a:off x="101917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45"/>
          <p:cNvSpPr txBox="1"/>
          <p:nvPr>
            <p:ph idx="7" type="body"/>
          </p:nvPr>
        </p:nvSpPr>
        <p:spPr>
          <a:xfrm>
            <a:off x="9715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5" name="Google Shape;185;p45"/>
          <p:cNvSpPr txBox="1"/>
          <p:nvPr>
            <p:ph idx="8" type="body"/>
          </p:nvPr>
        </p:nvSpPr>
        <p:spPr>
          <a:xfrm>
            <a:off x="9715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6" name="Google Shape;186;p45"/>
          <p:cNvSpPr/>
          <p:nvPr>
            <p:ph idx="9" type="pic"/>
          </p:nvPr>
        </p:nvSpPr>
        <p:spPr>
          <a:xfrm>
            <a:off x="61912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45"/>
          <p:cNvSpPr txBox="1"/>
          <p:nvPr>
            <p:ph idx="13" type="body"/>
          </p:nvPr>
        </p:nvSpPr>
        <p:spPr>
          <a:xfrm>
            <a:off x="5715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8" name="Google Shape;188;p45"/>
          <p:cNvSpPr txBox="1"/>
          <p:nvPr>
            <p:ph idx="14" type="body"/>
          </p:nvPr>
        </p:nvSpPr>
        <p:spPr>
          <a:xfrm>
            <a:off x="5715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9" name="Google Shape;189;p45"/>
          <p:cNvSpPr/>
          <p:nvPr>
            <p:ph idx="15" type="pic"/>
          </p:nvPr>
        </p:nvSpPr>
        <p:spPr>
          <a:xfrm>
            <a:off x="21907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45"/>
          <p:cNvSpPr txBox="1"/>
          <p:nvPr>
            <p:ph idx="16" type="body"/>
          </p:nvPr>
        </p:nvSpPr>
        <p:spPr>
          <a:xfrm>
            <a:off x="1714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1" name="Google Shape;191;p45"/>
          <p:cNvSpPr txBox="1"/>
          <p:nvPr>
            <p:ph idx="17" type="body"/>
          </p:nvPr>
        </p:nvSpPr>
        <p:spPr>
          <a:xfrm>
            <a:off x="1714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ربع نقاط فاتحة">
  <p:cSld name="أربع نقاط فاتحة">
    <p:bg>
      <p:bgPr>
        <a:solidFill>
          <a:srgbClr val="F2F4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187" y="685800"/>
            <a:ext cx="288822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6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6" name="Google Shape;196;p46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7" name="Google Shape;197;p46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8" name="Google Shape;198;p46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99" name="Google Shape;199;p4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6"/>
          <p:cNvSpPr txBox="1"/>
          <p:nvPr>
            <p:ph idx="3" type="body"/>
          </p:nvPr>
        </p:nvSpPr>
        <p:spPr>
          <a:xfrm>
            <a:off x="9810750" y="3952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1" name="Google Shape;201;p46"/>
          <p:cNvSpPr txBox="1"/>
          <p:nvPr>
            <p:ph idx="4" type="body"/>
          </p:nvPr>
        </p:nvSpPr>
        <p:spPr>
          <a:xfrm>
            <a:off x="9810750" y="4657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2" name="Google Shape;202;p46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3" name="Google Shape;203;p46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4" name="Google Shape;204;p46"/>
          <p:cNvSpPr txBox="1"/>
          <p:nvPr>
            <p:ph idx="7" type="body"/>
          </p:nvPr>
        </p:nvSpPr>
        <p:spPr>
          <a:xfrm>
            <a:off x="9810750" y="6619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5" name="Google Shape;205;p46"/>
          <p:cNvSpPr txBox="1"/>
          <p:nvPr>
            <p:ph idx="8" type="body"/>
          </p:nvPr>
        </p:nvSpPr>
        <p:spPr>
          <a:xfrm>
            <a:off x="9810750" y="7324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6" name="Google Shape;206;p46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7" name="Google Shape;207;p46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جدول فاتح">
  <p:cSld name="جدول فاتح">
    <p:bg>
      <p:bgPr>
        <a:solidFill>
          <a:srgbClr val="F2F4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187" y="685800"/>
            <a:ext cx="288822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47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2" name="Google Shape;212;p47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3" name="Google Shape;213;p47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4" name="Google Shape;214;p47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15" name="Google Shape;215;p4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7"/>
          <p:cNvSpPr txBox="1"/>
          <p:nvPr>
            <p:ph idx="3" type="body"/>
          </p:nvPr>
        </p:nvSpPr>
        <p:spPr>
          <a:xfrm>
            <a:off x="17145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7" name="Google Shape;217;p47"/>
          <p:cNvSpPr/>
          <p:nvPr>
            <p:ph idx="4" type="tbl"/>
          </p:nvPr>
        </p:nvSpPr>
        <p:spPr>
          <a:xfrm>
            <a:off x="1714500" y="3905250"/>
            <a:ext cx="15430500" cy="447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قارنة بالأعمدة">
  <p:cSld name="مقارنة بالأعمدة">
    <p:bg>
      <p:bgPr>
        <a:solidFill>
          <a:srgbClr val="12183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8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2" name="Google Shape;222;p48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3" name="Google Shape;223;p48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4" name="Google Shape;224;p48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25" name="Google Shape;225;p4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8"/>
          <p:cNvSpPr txBox="1"/>
          <p:nvPr>
            <p:ph idx="3" type="body"/>
          </p:nvPr>
        </p:nvSpPr>
        <p:spPr>
          <a:xfrm>
            <a:off x="2095500" y="8905875"/>
            <a:ext cx="14192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7" name="Google Shape;227;p48"/>
          <p:cNvSpPr/>
          <p:nvPr>
            <p:ph idx="4" type="chart"/>
          </p:nvPr>
        </p:nvSpPr>
        <p:spPr>
          <a:xfrm>
            <a:off x="2095500" y="3905250"/>
            <a:ext cx="14192250" cy="485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توزيع نسبي">
  <p:cSld name="توزيع نسبي">
    <p:bg>
      <p:bgPr>
        <a:solidFill>
          <a:srgbClr val="12183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2" name="Google Shape;232;p49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3" name="Google Shape;233;p49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4" name="Google Shape;234;p49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35" name="Google Shape;235;p4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9"/>
          <p:cNvSpPr txBox="1"/>
          <p:nvPr>
            <p:ph idx="3" type="body"/>
          </p:nvPr>
        </p:nvSpPr>
        <p:spPr>
          <a:xfrm>
            <a:off x="1714500" y="890587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7" name="Google Shape;237;p49"/>
          <p:cNvSpPr/>
          <p:nvPr>
            <p:ph idx="4" type="chart"/>
          </p:nvPr>
        </p:nvSpPr>
        <p:spPr>
          <a:xfrm>
            <a:off x="2095500" y="3619500"/>
            <a:ext cx="14097000" cy="538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آلية العمل">
  <p:cSld name="آلية العمل">
    <p:bg>
      <p:bgPr>
        <a:solidFill>
          <a:srgbClr val="12183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0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2" name="Google Shape;242;p50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3" name="Google Shape;243;p50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4" name="Google Shape;244;p50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45" name="Google Shape;245;p5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0"/>
          <p:cNvSpPr txBox="1"/>
          <p:nvPr>
            <p:ph idx="3" type="body"/>
          </p:nvPr>
        </p:nvSpPr>
        <p:spPr>
          <a:xfrm>
            <a:off x="137160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7" name="Google Shape;247;p50"/>
          <p:cNvSpPr txBox="1"/>
          <p:nvPr>
            <p:ph idx="4" type="body"/>
          </p:nvPr>
        </p:nvSpPr>
        <p:spPr>
          <a:xfrm>
            <a:off x="97155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8" name="Google Shape;248;p50"/>
          <p:cNvSpPr txBox="1"/>
          <p:nvPr>
            <p:ph idx="5" type="body"/>
          </p:nvPr>
        </p:nvSpPr>
        <p:spPr>
          <a:xfrm>
            <a:off x="57150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9" name="Google Shape;249;p50"/>
          <p:cNvSpPr txBox="1"/>
          <p:nvPr>
            <p:ph idx="6" type="body"/>
          </p:nvPr>
        </p:nvSpPr>
        <p:spPr>
          <a:xfrm>
            <a:off x="17145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صورة كبيرة">
  <p:cSld name="صورة كبيرة">
    <p:bg>
      <p:bgPr>
        <a:solidFill>
          <a:srgbClr val="12183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1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53" name="Google Shape;253;p5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1"/>
          <p:cNvSpPr/>
          <p:nvPr>
            <p:ph idx="2" type="pic"/>
          </p:nvPr>
        </p:nvSpPr>
        <p:spPr>
          <a:xfrm>
            <a:off x="1047750" y="666750"/>
            <a:ext cx="16192500" cy="6953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51"/>
          <p:cNvSpPr txBox="1"/>
          <p:nvPr>
            <p:ph type="title"/>
          </p:nvPr>
        </p:nvSpPr>
        <p:spPr>
          <a:xfrm>
            <a:off x="2190750" y="7962900"/>
            <a:ext cx="147637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56" name="Google Shape;256;p51"/>
          <p:cNvSpPr txBox="1"/>
          <p:nvPr>
            <p:ph idx="1" type="body"/>
          </p:nvPr>
        </p:nvSpPr>
        <p:spPr>
          <a:xfrm>
            <a:off x="2190750" y="8896350"/>
            <a:ext cx="14763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عرض الصور">
  <p:cSld name="معرض الصور">
    <p:bg>
      <p:bgPr>
        <a:solidFill>
          <a:srgbClr val="12183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52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1" name="Google Shape;261;p52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2" name="Google Shape;262;p52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63" name="Google Shape;263;p52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2"/>
          <p:cNvSpPr/>
          <p:nvPr>
            <p:ph idx="2" type="pic"/>
          </p:nvPr>
        </p:nvSpPr>
        <p:spPr>
          <a:xfrm>
            <a:off x="12382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52"/>
          <p:cNvSpPr txBox="1"/>
          <p:nvPr>
            <p:ph idx="3" type="body"/>
          </p:nvPr>
        </p:nvSpPr>
        <p:spPr>
          <a:xfrm>
            <a:off x="12382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6" name="Google Shape;266;p52"/>
          <p:cNvSpPr/>
          <p:nvPr>
            <p:ph idx="4" type="pic"/>
          </p:nvPr>
        </p:nvSpPr>
        <p:spPr>
          <a:xfrm>
            <a:off x="7048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52"/>
          <p:cNvSpPr txBox="1"/>
          <p:nvPr>
            <p:ph idx="5" type="body"/>
          </p:nvPr>
        </p:nvSpPr>
        <p:spPr>
          <a:xfrm>
            <a:off x="7048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8" name="Google Shape;268;p52"/>
          <p:cNvSpPr/>
          <p:nvPr>
            <p:ph idx="6" type="pic"/>
          </p:nvPr>
        </p:nvSpPr>
        <p:spPr>
          <a:xfrm>
            <a:off x="1714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52"/>
          <p:cNvSpPr txBox="1"/>
          <p:nvPr>
            <p:ph idx="7" type="body"/>
          </p:nvPr>
        </p:nvSpPr>
        <p:spPr>
          <a:xfrm>
            <a:off x="1714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يقونات الهوية">
  <p:cSld name="أيقونات الهوية">
    <p:bg>
      <p:bgPr>
        <a:solidFill>
          <a:srgbClr val="12183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53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4" name="Google Shape;274;p53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5" name="Google Shape;275;p53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6" name="Google Shape;276;p53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77" name="Google Shape;277;p5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3"/>
          <p:cNvSpPr txBox="1"/>
          <p:nvPr>
            <p:ph idx="3" type="body"/>
          </p:nvPr>
        </p:nvSpPr>
        <p:spPr>
          <a:xfrm>
            <a:off x="137160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9" name="Google Shape;279;p53"/>
          <p:cNvSpPr txBox="1"/>
          <p:nvPr>
            <p:ph idx="4" type="body"/>
          </p:nvPr>
        </p:nvSpPr>
        <p:spPr>
          <a:xfrm>
            <a:off x="137160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0" name="Google Shape;280;p53"/>
          <p:cNvSpPr txBox="1"/>
          <p:nvPr>
            <p:ph idx="5" type="body"/>
          </p:nvPr>
        </p:nvSpPr>
        <p:spPr>
          <a:xfrm>
            <a:off x="97155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1" name="Google Shape;281;p53"/>
          <p:cNvSpPr txBox="1"/>
          <p:nvPr>
            <p:ph idx="6" type="body"/>
          </p:nvPr>
        </p:nvSpPr>
        <p:spPr>
          <a:xfrm>
            <a:off x="97155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2" name="Google Shape;282;p53"/>
          <p:cNvSpPr txBox="1"/>
          <p:nvPr>
            <p:ph idx="7" type="body"/>
          </p:nvPr>
        </p:nvSpPr>
        <p:spPr>
          <a:xfrm>
            <a:off x="57150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3" name="Google Shape;283;p53"/>
          <p:cNvSpPr txBox="1"/>
          <p:nvPr>
            <p:ph idx="8" type="body"/>
          </p:nvPr>
        </p:nvSpPr>
        <p:spPr>
          <a:xfrm>
            <a:off x="57150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4" name="Google Shape;284;p53"/>
          <p:cNvSpPr txBox="1"/>
          <p:nvPr>
            <p:ph idx="9" type="body"/>
          </p:nvPr>
        </p:nvSpPr>
        <p:spPr>
          <a:xfrm>
            <a:off x="17145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5" name="Google Shape;285;p53"/>
          <p:cNvSpPr txBox="1"/>
          <p:nvPr>
            <p:ph idx="13" type="body"/>
          </p:nvPr>
        </p:nvSpPr>
        <p:spPr>
          <a:xfrm>
            <a:off x="17145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قارنة خيارين">
  <p:cSld name="مقارنة خيارين">
    <p:bg>
      <p:bgPr>
        <a:solidFill>
          <a:srgbClr val="12183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54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0" name="Google Shape;290;p54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1" name="Google Shape;291;p54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2" name="Google Shape;292;p54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93" name="Google Shape;293;p5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4"/>
          <p:cNvSpPr txBox="1"/>
          <p:nvPr>
            <p:ph idx="3" type="body"/>
          </p:nvPr>
        </p:nvSpPr>
        <p:spPr>
          <a:xfrm>
            <a:off x="10001250" y="385762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5" name="Google Shape;295;p54"/>
          <p:cNvSpPr txBox="1"/>
          <p:nvPr>
            <p:ph idx="4" type="body"/>
          </p:nvPr>
        </p:nvSpPr>
        <p:spPr>
          <a:xfrm>
            <a:off x="10001250" y="4562475"/>
            <a:ext cx="7143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6" name="Google Shape;296;p54"/>
          <p:cNvSpPr txBox="1"/>
          <p:nvPr>
            <p:ph idx="5" type="body"/>
          </p:nvPr>
        </p:nvSpPr>
        <p:spPr>
          <a:xfrm>
            <a:off x="1714500" y="385762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7" name="Google Shape;297;p54"/>
          <p:cNvSpPr txBox="1"/>
          <p:nvPr>
            <p:ph idx="6" type="body"/>
          </p:nvPr>
        </p:nvSpPr>
        <p:spPr>
          <a:xfrm>
            <a:off x="1714500" y="4562475"/>
            <a:ext cx="7143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8" name="Google Shape;298;p54"/>
          <p:cNvSpPr txBox="1"/>
          <p:nvPr>
            <p:ph idx="7" type="body"/>
          </p:nvPr>
        </p:nvSpPr>
        <p:spPr>
          <a:xfrm>
            <a:off x="10001250" y="5905500"/>
            <a:ext cx="714375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9" name="Google Shape;299;p54"/>
          <p:cNvSpPr txBox="1"/>
          <p:nvPr>
            <p:ph idx="8" type="body"/>
          </p:nvPr>
        </p:nvSpPr>
        <p:spPr>
          <a:xfrm>
            <a:off x="1714500" y="5905500"/>
            <a:ext cx="714375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رغة داكنة">
  <p:cSld name="فارغة داكنة">
    <p:bg>
      <p:bgPr>
        <a:solidFill>
          <a:srgbClr val="12183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722542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5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304" name="Google Shape;304;p5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رغة فاتحة">
  <p:cSld name="فارغة فاتحة">
    <p:bg>
      <p:bgPr>
        <a:solidFill>
          <a:srgbClr val="F2F4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5010" y="685800"/>
            <a:ext cx="3072581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56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309" name="Google Shape;309;p5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ختام العرض">
  <p:cSld name="ختام العرض">
    <p:bg>
      <p:bgPr>
        <a:solidFill>
          <a:srgbClr val="12183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0" y="1336151"/>
            <a:ext cx="6667500" cy="1709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9485" y="8524875"/>
            <a:ext cx="3045029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57"/>
          <p:cNvPicPr preferRelativeResize="0"/>
          <p:nvPr/>
        </p:nvPicPr>
        <p:blipFill rotWithShape="1">
          <a:blip r:embed="rId5">
            <a:alphaModFix/>
          </a:blip>
          <a:srcRect b="16000" l="4300" r="69700" t="16000"/>
          <a:stretch/>
        </p:blipFill>
        <p:spPr>
          <a:xfrm>
            <a:off x="4857750" y="8629650"/>
            <a:ext cx="3810000" cy="1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57"/>
          <p:cNvSpPr txBox="1"/>
          <p:nvPr>
            <p:ph type="title"/>
          </p:nvPr>
        </p:nvSpPr>
        <p:spPr>
          <a:xfrm>
            <a:off x="3810000" y="4048125"/>
            <a:ext cx="10668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6" name="Google Shape;316;p57"/>
          <p:cNvSpPr txBox="1"/>
          <p:nvPr>
            <p:ph idx="1" type="body"/>
          </p:nvPr>
        </p:nvSpPr>
        <p:spPr>
          <a:xfrm>
            <a:off x="3810000" y="5905500"/>
            <a:ext cx="10668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7" name="Google Shape;317;p57"/>
          <p:cNvSpPr txBox="1"/>
          <p:nvPr>
            <p:ph idx="2" type="body"/>
          </p:nvPr>
        </p:nvSpPr>
        <p:spPr>
          <a:xfrm>
            <a:off x="3810000" y="7000875"/>
            <a:ext cx="10668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lang="ar-SA"/>
            </a:pPr>
            <a:r>
              <a:t>تحديات الموثوقية والمصداقية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 algn="r">
              <a:defRPr lang="ar-SA"/>
            </a:pPr>
            <a:r>
              <a:t>• فوضى رقمية: انتشار سريع للاقتباسات والأحاديث غير الموثقة.</a:t>
            </a:r>
          </a:p>
          <a:p>
            <a:pPr algn="r">
              <a:defRPr lang="ar-SA"/>
            </a:pPr>
            <a:r>
              <a:t>• هلوسة تقنية: اختلاق نماذج الذكاء الاصطناعي العامة لنصوص شرعية لا أصل لها.</a:t>
            </a:r>
          </a:p>
          <a:p>
            <a:pPr algn="r">
              <a:defRPr lang="ar-SA"/>
            </a:pPr>
            <a:r>
              <a:t>• استنزاف الوقت: الباحثون يواجهون صعوبة بالغة في التحقق الفوري وتخريج الأحاديث للوصول للمصدر.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lang="ar-SA"/>
            </a:pPr>
            <a:r>
              <a:t>مُسنَد: محرك تدقيق حتمي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 algn="r">
              <a:defRPr lang="ar-SA"/>
            </a:pPr>
            <a:r>
              <a:t>• تحويل النصوص العشوائية أو المحتوى إلى (ادعاءات) قابلة للقياس.</a:t>
            </a:r>
          </a:p>
          <a:p>
            <a:pPr algn="r">
              <a:defRPr lang="ar-SA"/>
            </a:pPr>
            <a:r>
              <a:t>• بحث دقيق في قواعد بيانات شرعية موثوقة ومغلقة حصرياً.</a:t>
            </a:r>
          </a:p>
          <a:p>
            <a:pPr algn="r">
              <a:defRPr lang="ar-SA"/>
            </a:pPr>
            <a:r>
              <a:t>• تحقق صارم بقواعد حتمية تمنع التأليف والهلوسة تماماً.</a:t>
            </a:r>
          </a:p>
          <a:p>
            <a:pPr algn="r">
              <a:defRPr lang="ar-SA"/>
            </a:pPr>
            <a:r>
              <a:t>• عرض النتيجة النهائية بشفافية مع إرفاق المصدر وتخريج النص.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lang="ar-SA"/>
            </a:pPr>
            <a:r>
              <a:t>دورة التحقق الفوري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 algn="r">
              <a:defRPr lang="ar-SA"/>
            </a:pPr>
            <a:r>
              <a:t>1. إدخال المحتوى: استقبال النص أو الاقتباس.</a:t>
            </a:r>
          </a:p>
          <a:p>
            <a:pPr algn="r">
              <a:defRPr lang="ar-SA"/>
            </a:pPr>
            <a:r>
              <a:t>2. استخراج الادعاءات: فهم النص وتفكيكه إلى جمل للقياس.</a:t>
            </a:r>
          </a:p>
          <a:p>
            <a:pPr algn="r">
              <a:defRPr lang="ar-SA"/>
            </a:pPr>
            <a:r>
              <a:t>3. تطبيع العربية: توحيد الهمزات وحذف التشكيل لضمان دقة الاسترجاع.</a:t>
            </a:r>
          </a:p>
          <a:p>
            <a:pPr algn="r">
              <a:defRPr lang="ar-SA"/>
            </a:pPr>
            <a:r>
              <a:t>4. البحث الهجين (Retrieval): استخراج الأدلة من بين عشرات الآلاف من النصوص.</a:t>
            </a:r>
          </a:p>
          <a:p>
            <a:pPr algn="r">
              <a:defRPr lang="ar-SA"/>
            </a:pPr>
            <a:r>
              <a:t>5. التحقق الحتمي: مقارنة الادعاء بالدليل حرفياً ودلالياً.</a:t>
            </a:r>
          </a:p>
          <a:p>
            <a:pPr algn="r">
              <a:defRPr lang="ar-SA"/>
            </a:pPr>
            <a:r>
              <a:t>6. النتيجة والمصدر: إصدار الحكم النهائي بوضوح مع توثيق المرجع.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lang="ar-SA"/>
            </a:pPr>
            <a:r>
              <a:t>الابتكار والميزة التنافسية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 algn="r">
              <a:defRPr lang="ar-SA"/>
            </a:pPr>
            <a:r>
              <a:t>• الاسترجاع الهجين (Hybrid Retrieval): دمج البحث النصي والدلالي لضمان الشمولية.</a:t>
            </a:r>
          </a:p>
          <a:p>
            <a:pPr algn="r">
              <a:defRPr lang="ar-SA"/>
            </a:pPr>
            <a:r>
              <a:t>• التحقق الحتمي (Deterministic Verification): نظام مقيد بقواعد تمنعه من الفتوى.</a:t>
            </a:r>
          </a:p>
          <a:p>
            <a:pPr algn="r">
              <a:defRPr lang="ar-SA"/>
            </a:pPr>
            <a:r>
              <a:t>• تتبع الأدلة (Evidence Traceability): ربط كل قرار بدليله المرجعي.</a:t>
            </a:r>
          </a:p>
          <a:p>
            <a:pPr algn="r">
              <a:defRPr lang="ar-SA"/>
            </a:pPr>
            <a:r>
              <a:t>• انعدام الهلوسة (Zero-Hallucination): النظام يعتمد على الأدلة فقط.</a:t>
            </a:r>
          </a:p>
          <a:p>
            <a:pPr algn="r">
              <a:defRPr lang="ar-SA"/>
            </a:pPr>
            <a:r>
              <a:t>• مبدأ انعدام الدليل (Abstention): إذا لم نجد دليلاً، لا يتم إصدار نتيجة مؤكدة.</a:t>
            </a:r>
          </a:p>
          <a:p>
            <a:pPr algn="r">
              <a:defRPr lang="ar-SA"/>
            </a:pPr>
            <a:r>
              <a:t>• الحماية من التلاعب (Prompt Injection Security).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lang="ar-SA"/>
            </a:pPr>
            <a:r>
              <a:t>البنية التقنية والمعمارية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 algn="l">
              <a:defRPr lang="ar-SA"/>
            </a:pPr>
            <a:r>
              <a:t>Frontend: React + TypeScript</a:t>
            </a:r>
          </a:p>
          <a:p>
            <a:pPr algn="l">
              <a:defRPr lang="ar-SA"/>
            </a:pPr>
            <a:r>
              <a:t>Backend: FastAPI + Python</a:t>
            </a:r>
          </a:p>
          <a:p>
            <a:pPr algn="l">
              <a:defRPr lang="ar-SA"/>
            </a:pPr>
            <a:r>
              <a:t>NLP: Claim Extraction / Arabic Processing Engine</a:t>
            </a:r>
          </a:p>
          <a:p>
            <a:pPr algn="l">
              <a:defRPr lang="ar-SA"/>
            </a:pPr>
            <a:r>
              <a:t>Retrieval: Hybrid Retrieval (BM25 + Dense Retrieval + RRF)</a:t>
            </a:r>
          </a:p>
          <a:p>
            <a:pPr algn="l">
              <a:defRPr lang="ar-SA"/>
            </a:pPr>
            <a:r>
              <a:t>Database: SQLite Vector + In-Memory O(1) Speed</a:t>
            </a:r>
          </a:p>
          <a:p>
            <a:pPr algn="l">
              <a:defRPr lang="ar-SA"/>
            </a:pPr>
            <a:r>
              <a:t>Core Engine: Deterministic Verification Engine (RAG Architecture)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lang="ar-SA"/>
            </a:pPr>
            <a:r>
              <a:t>مثال عملي للتحقق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 algn="r">
              <a:defRPr lang="ar-SA"/>
            </a:pPr>
            <a:r>
              <a:t>• الادعاء المدخل: «إنما الأعمال بالنيات»</a:t>
            </a:r>
          </a:p>
          <a:p>
            <a:pPr algn="r">
              <a:defRPr lang="ar-SA"/>
            </a:pPr>
            <a:r>
              <a:t>• الأدلة المسترجعة: «عمر بن الخطاب رضي الله عنه قَالَ: سَمِعْتُ رَسُولَ اللَّهِ...»</a:t>
            </a:r>
          </a:p>
          <a:p>
            <a:pPr algn="r">
              <a:defRPr lang="ar-SA"/>
            </a:pPr>
            <a:r>
              <a:t>• المصدر الموثق: صحيح البخاري (حديث 1) / الأربعون النووية</a:t>
            </a:r>
          </a:p>
          <a:p>
            <a:pPr algn="r">
              <a:defRPr lang="ar-SA"/>
            </a:pPr>
            <a:r>
              <a:t>• حالة الادعاء: مدعوم بالدليل ✅</a:t>
            </a:r>
          </a:p>
          <a:p>
            <a:pPr algn="r">
              <a:defRPr lang="ar-SA"/>
            </a:pPr>
            <a:r>
              <a:t>• سبب النتيجة: تطابق تام في اللفظ والمعنى مع المصادر.</a:t>
            </a:r>
          </a:p>
          <a:p>
            <a:pPr algn="r">
              <a:defRPr lang="ar-SA"/>
            </a:pPr>
            <a:r>
              <a:t>(يرجى إدراج Screenshot لواجهة النظام الحقيقية هنا)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lang="ar-SA"/>
            </a:pPr>
            <a:r>
              <a:t>الأثر المستدام والفئات المستفيدة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 algn="r">
              <a:defRPr lang="ar-SA"/>
            </a:pPr>
            <a:r>
              <a:t>• الجهات المستفيدة:</a:t>
            </a:r>
          </a:p>
          <a:p>
            <a:pPr algn="r">
              <a:defRPr lang="ar-SA"/>
            </a:pPr>
            <a:r>
              <a:t>  - الدعاة والباحثون الشرعيون الساعون للدقة المتناهية.</a:t>
            </a:r>
          </a:p>
          <a:p>
            <a:pPr algn="r">
              <a:defRPr lang="ar-SA"/>
            </a:pPr>
            <a:r>
              <a:t>  - صناع المحتوى الإسلامي والمؤسسات والمنصات الدعوية.</a:t>
            </a:r>
          </a:p>
          <a:p>
            <a:pPr algn="r">
              <a:defRPr lang="ar-SA"/>
            </a:pPr>
            <a:r>
              <a:t>  - المطورون الراغبون في دمج ميزة التدقيق عبر (API).</a:t>
            </a:r>
          </a:p>
          <a:p>
            <a:pPr algn="r">
              <a:defRPr lang="ar-SA"/>
            </a:pPr>
            <a:r>
              <a:t> </a:t>
            </a:r>
          </a:p>
          <a:p>
            <a:pPr algn="r">
              <a:defRPr lang="ar-SA"/>
            </a:pPr>
            <a:r>
              <a:t>• الأثر المستدام:</a:t>
            </a:r>
          </a:p>
          <a:p>
            <a:pPr algn="r">
              <a:defRPr lang="ar-SA"/>
            </a:pPr>
            <a:r>
              <a:t>تسريع عملية التوثيق والتحقق بشكل جذري، رفع مستوى الشفافية، وتقليص المحتوى المضلل في الفضاء الرقمي.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lang="ar-SA"/>
            </a:pPr>
            <a:r>
              <a:t>الخاتمة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 algn="r">
              <a:defRPr lang="ar-SA"/>
            </a:pPr>
            <a:r>
              <a:t>مُسنَد — MUSNAD AI</a:t>
            </a:r>
          </a:p>
          <a:p>
            <a:pPr algn="r">
              <a:defRPr lang="ar-SA"/>
            </a:pPr>
            <a:r>
              <a:t> </a:t>
            </a:r>
          </a:p>
          <a:p>
            <a:pPr algn="r">
              <a:defRPr lang="ar-SA"/>
            </a:pPr>
            <a:r>
              <a:t>«من ادعاء إلى دليل.. ومن دليل إلى مصدر قابل للتحقق»</a:t>
            </a:r>
          </a:p>
          <a:p>
            <a:pPr algn="r">
              <a:defRPr lang="ar-SA"/>
            </a:pPr>
            <a:r>
              <a:t> </a:t>
            </a:r>
          </a:p>
          <a:p>
            <a:pPr algn="r">
              <a:defRPr lang="ar-SA"/>
            </a:pPr>
            <a:r>
              <a:t>المطور: حسن محمد بارفعه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