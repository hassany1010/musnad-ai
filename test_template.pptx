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50"/>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 Id="rId50"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0" name="Google Shape;32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الشرائح 1 إلى 7 دليل للمشارك. احذفها من نسخة العرض النهائية. تبدأ النماذج القابلة للتعبئة من الشريحة 8. احتفظ بالنسخة الأصلية مرجعًا.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21" name="Google Shape;32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افتح ملف PPTX ثم استخدم حفظ باسم. ملف POTX ينشئ عرضًا جديدًا عند فتحه بالطريقة المعتادة. لنسخ نموذج، انقر بزر الفأرة الأيمن على مصغّر الشريحة واختر تكرار الشريحة. عند النسخ إلى ملف آخر اختر الاحتفاظ بتنسيق المصدر. من الصفحة الرئيسية اختر تخطيط للوصول إلى تخطيطات القالب.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36" name="Google Shape;33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هذه مكتبة تخطيطات وليست قائمة إلزامية لعرض المشروع. اختر منها ما يخدم الفكرة. عند استخدام الشريحة الفارغة حافظ على هوامش تقارب 110 بكسل، ولا تضع محتوى فوق الشعار أو التذييل.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60" name="Google Shape;36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مقاس الشريحة 16:9 كما في الملفين المرفقين. مقاسات النصوص هنا تتناسب مع مقاس لوحة 1920 × 1080 المستخدم في المصدر. حافظ على محاذاة النص العربي إلى اليمين واتجاهه من اليمين إلى اليسار. اللون التركواز للتأكيد على الخلفية الداكنة، والبنفسجي مناسب للتأكيد على الخلفية الفاتحة. لا تغيّر نسب الشعارات أو ألوانها.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385" name="Google Shape;385;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انقر داخل النص لتعديله. عند لصق محتوى من مصدر آخر، استخدم الاحتفاظ بالنص فقط. العناصر الموسومة «صورة» هي عناصر نائبة للصور في تخطيطات النماذج. يمكن حذفها عند عدم الحاجة. الشعار والخلفية والتذييل مثبتة في التخطيط لحمايتها أثناء العمل اليومي. لتعديلها على مستوى القالب استخدم عرض ثم الشريحة الرئيسية، ويُفضّل إبقاؤها كما هي.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12" name="Google Shape;4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6" name="Google Shape;4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لإدراج صورة: انقر أيقونة الصورة داخل العنصر النائب واختر ملفًا محليًا. لاستبدال صورة موجودة: زر الفأرة الأيمن ثم تغيير الصورة. لضبط القص: تنسيق الصورة ثم قص. لتعديل جدول: انقر داخل الخلية واستخدم تبويبي تصميم الجدول وتخطيطه. لتعديل الرسم: زر الفأرة الأيمن ثم تحرير البيانات. القيم الافتراضية للأعمدة 20، 35، 50، 65 والنسب 40، 30، 20، 10 أمثلة فقط. لا تستخدمها كحقائق عن التحدي أو مشروعك.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37" name="Google Shape;4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الترتيب المقترح إرشادي. لم يُحدّد هذا القالب مدة العرض أو عدد الشرائح أو موعد التسليم. اتبع تعليمات المنظم الخاصة بالمشاركة. راجع العرض في وضع عرض الشرائح، ثم احفظ نسخة PPTX. صدّر PDF إذا طُلب منك.</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57" name="Google Shape;45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عرّف بأقسام العرض في كلمات قليلة. عدّل العدد بحسب أقسامك، واحذف العناصر التي لا تحتاجها.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96" name="Google Shape;49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هذه الشريحة بين الأقسام الرئيسة عند الحاجة. غيّر الرقم والعنوان والجملة التمهيدية.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24" name="Google Shape;52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استخدم فقرة واحدة قصيرة. اجعل السطر بطول مريح للقراءة. يمكن حذف العنوان الداعم والملاحظة عند عدم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54" name="Google Shape;554;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رسالة قصيرة ترتبط بمشروعك. إذا استخدمت اقتباسًا، انقله بدقة واذكر صاحبه والمصدر. احذف خانة المصدر إذا كانت الرسالة من صياغة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24" name="Google Shape;6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6" name="Google Shape;706;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بديل فاتح لعرض النقاط. استخدم النص الكحلي للتباين. يمكن استخدام البنفسجي للتأكيد.</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07" name="Google Shape;707;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مناسب لخطة المهام أو المقارنة التفصيلية. استبدل بيانات الأعمدة والصفوف وأضف المصدر عند الحاجة.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a608e3085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a608e3085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اختر تحرير البيانات لاستبدال أسماء الفئات والقيم. القيم 20، 35، 50، 65 أمثلة توضيحية. حدّث عنوان الشريحة والوحدة والمصدر، واحذف عبارة البيانات التوضيحية بعد إدخال البيانات الحقيقية.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39" name="Google Shape;739;g3fa608e3085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9" name="Google Shape;78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الرسم أصلي قابل للتحرير ومرتبط بجدول بيانات مضمن. القيم 40، 30، 20، 10 أمثلة فقط. استبدل الفئات وقيمها ببياناتك. تأكد أن الفئات أجزاء من إجمالي واحد. يعرض الرسم النسب من مجموع القيم المدخلة.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790" name="Google Shape;79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أو لقطة واجهة واضحة داخل المساحة المخصصة. الصورة تشغل معظم الشريحة مع مساحة مستقلة للنص لضمان القراءة.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اختر صورًا مترابطة، وأضف تعليقًا موجزًا تحت كل صورة. حافظ على أحجام الإطارات والمحاذاة.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40" name="Google Shape;840;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قارن الخيارين باستخدام الأبعاد نفسها، مع وصف منصف لكل خيار. يمكن استخدام هذا النموذج لمقارنة الوضع الحالي والحل المقترح.</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96" name="Google Shape;896;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3" name="Google Shape;90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مساحة فارغة لإضافة محتوى خاص بالمشروع. حافظ على الهوامش والخط وألوان الهوية. لإضافة محتوى اختر إدراج ثم مربع نص أو صورة. ضع المحتوى الرئيس بين 180 و1800 أفقيًا، وبين 250 و930 رأسيًا. الخلفية والشعار والتذييل ضمن التخطيط.</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04" name="Google Shape;904;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Title</a:t>
            </a:r>
          </a:p>
        </p:txBody>
      </p:sp>
      <p:sp>
        <p:nvSpPr>
          <p:cNvPr id="3" name="Text Placeholder 2"/>
          <p:cNvSpPr>
            <a:spLocks noGrp="1"/>
          </p:cNvSpPr>
          <p:nvPr>
            <p:ph type="body" idx="1"/>
          </p:nvPr>
        </p:nvSpPr>
        <p:spPr/>
        <p:txBody>
          <a:bodyPr/>
          <a:lstStyle/>
          <a:p/>
        </p:txBody>
      </p:sp>
      <p:sp>
        <p:nvSpPr>
          <p:cNvPr id="4" name="Text Placeholder 3"/>
          <p:cNvSpPr>
            <a:spLocks noGrp="1"/>
          </p:cNvSpPr>
          <p:nvPr>
            <p:ph type="body" idx="2"/>
          </p:nvPr>
        </p:nvSpPr>
        <p:spPr/>
        <p:txBody>
          <a:bodyPr/>
          <a:lstStyle/>
          <a:p/>
        </p:txBody>
      </p:sp>
      <p:sp>
        <p:nvSpPr>
          <p:cNvPr id="5" name="Text Placeholder 4"/>
          <p:cNvSpPr>
            <a:spLocks noGrp="1"/>
          </p:cNvSpPr>
          <p:nvPr>
            <p:ph type="body" idx="3"/>
          </p:nvPr>
        </p:nvSpPr>
        <p:spPr/>
        <p:txBody>
          <a:bodyPr/>
          <a:lstStyle/>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 Title</a:t>
            </a:r>
          </a:p>
        </p:txBody>
      </p:sp>
      <p:sp>
        <p:nvSpPr>
          <p:cNvPr id="3" name="Text Placeholder 2"/>
          <p:cNvSpPr>
            <a:spLocks noGrp="1"/>
          </p:cNvSpPr>
          <p:nvPr>
            <p:ph type="body" idx="1"/>
          </p:nvPr>
        </p:nvSpPr>
        <p:spPr/>
        <p:txBody>
          <a:bodyPr/>
          <a:lstStyle/>
          <a:p/>
        </p:txBody>
      </p:sp>
      <p:sp>
        <p:nvSpPr>
          <p:cNvPr id="4" name="Text Placeholder 3"/>
          <p:cNvSpPr>
            <a:spLocks noGrp="1"/>
          </p:cNvSpPr>
          <p:nvPr>
            <p:ph type="body" idx="2"/>
          </p:nvPr>
        </p:nvSpPr>
        <p:spPr/>
        <p:txBody>
          <a:bodyPr/>
          <a:lstStyle/>
          <a:p/>
        </p:txBody>
      </p:sp>
      <p:sp>
        <p:nvSpPr>
          <p:cNvPr id="5" name="Text Placeholder 4"/>
          <p:cNvSpPr>
            <a:spLocks noGrp="1"/>
          </p:cNvSpPr>
          <p:nvPr>
            <p:ph type="body" idx="3"/>
          </p:nvPr>
        </p:nvSpPr>
        <p:spPr/>
        <p:txBody>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37" name="Shape 337"/>
        <p:cNvGrpSpPr/>
        <p:nvPr/>
      </p:nvGrpSpPr>
      <p:grpSpPr>
        <a:xfrm>
          <a:off x="0" y="0"/>
          <a:ext cx="0" cy="0"/>
          <a:chOff x="0" y="0"/>
          <a:chExt cx="0" cy="0"/>
        </a:xfrm>
      </p:grpSpPr>
      <p:pic>
        <p:nvPicPr>
          <p:cNvPr id="338" name="Google Shape;338;p2"/>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39" name="Google Shape;339;p2"/>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40" name="Google Shape;340;p2"/>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341" name="Google Shape;341;p2"/>
          <p:cNvSpPr/>
          <p:nvPr/>
        </p:nvSpPr>
        <p:spPr>
          <a:xfrm>
            <a:off x="9793075" y="1809750"/>
            <a:ext cx="7047000" cy="800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طريقة استخدام القالب</a:t>
            </a:r>
            <a:endParaRPr/>
          </a:p>
        </p:txBody>
      </p:sp>
      <p:sp>
        <p:nvSpPr>
          <p:cNvPr id="342" name="Google Shape;342;p2"/>
          <p:cNvSpPr/>
          <p:nvPr/>
        </p:nvSpPr>
        <p:spPr>
          <a:xfrm>
            <a:off x="12481575" y="2857500"/>
            <a:ext cx="43587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خطوات إعداد نسخة عرضك</a:t>
            </a:r>
            <a:endParaRPr/>
          </a:p>
        </p:txBody>
      </p:sp>
      <p:sp>
        <p:nvSpPr>
          <p:cNvPr id="343" name="Google Shape;343;p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44" name="Google Shape;344;p2"/>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02</a:t>
            </a:r>
            <a:endParaRPr/>
          </a:p>
        </p:txBody>
      </p:sp>
      <p:sp>
        <p:nvSpPr>
          <p:cNvPr id="345" name="Google Shape;345;p2"/>
          <p:cNvSpPr/>
          <p:nvPr/>
        </p:nvSpPr>
        <p:spPr>
          <a:xfrm>
            <a:off x="16099657" y="38100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01</a:t>
            </a:r>
            <a:endParaRPr/>
          </a:p>
        </p:txBody>
      </p:sp>
      <p:sp>
        <p:nvSpPr>
          <p:cNvPr id="346" name="Google Shape;346;p2"/>
          <p:cNvSpPr/>
          <p:nvPr/>
        </p:nvSpPr>
        <p:spPr>
          <a:xfrm>
            <a:off x="12699101" y="38100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نسخة جديدة</a:t>
            </a:r>
            <a:endParaRPr/>
          </a:p>
        </p:txBody>
      </p:sp>
      <p:sp>
        <p:nvSpPr>
          <p:cNvPr id="347" name="Google Shape;347;p2"/>
          <p:cNvSpPr/>
          <p:nvPr/>
        </p:nvSpPr>
        <p:spPr>
          <a:xfrm>
            <a:off x="482025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احفظ نسخة باسم المشروع قبل بدء التعديل.</a:t>
            </a:r>
            <a:endParaRPr/>
          </a:p>
        </p:txBody>
      </p:sp>
      <p:sp>
        <p:nvSpPr>
          <p:cNvPr id="348" name="Google Shape;348;p2"/>
          <p:cNvSpPr/>
          <p:nvPr/>
        </p:nvSpPr>
        <p:spPr>
          <a:xfrm>
            <a:off x="16099657" y="50863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02</a:t>
            </a:r>
            <a:endParaRPr/>
          </a:p>
        </p:txBody>
      </p:sp>
      <p:sp>
        <p:nvSpPr>
          <p:cNvPr id="349" name="Google Shape;349;p2"/>
          <p:cNvSpPr/>
          <p:nvPr/>
        </p:nvSpPr>
        <p:spPr>
          <a:xfrm>
            <a:off x="12699101" y="50863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اختيار الشرائح</a:t>
            </a:r>
            <a:endParaRPr/>
          </a:p>
        </p:txBody>
      </p:sp>
      <p:sp>
        <p:nvSpPr>
          <p:cNvPr id="350" name="Google Shape;350;p2"/>
          <p:cNvSpPr/>
          <p:nvPr/>
        </p:nvSpPr>
        <p:spPr>
          <a:xfrm>
            <a:off x="4820250" y="51339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انسخ النموذج المناسب أو اختره من قائمة «تخطيط».</a:t>
            </a:r>
            <a:endParaRPr/>
          </a:p>
        </p:txBody>
      </p:sp>
      <p:sp>
        <p:nvSpPr>
          <p:cNvPr id="351" name="Google Shape;351;p2"/>
          <p:cNvSpPr/>
          <p:nvPr/>
        </p:nvSpPr>
        <p:spPr>
          <a:xfrm>
            <a:off x="16099657" y="636270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03</a:t>
            </a:r>
            <a:endParaRPr/>
          </a:p>
        </p:txBody>
      </p:sp>
      <p:sp>
        <p:nvSpPr>
          <p:cNvPr id="352" name="Google Shape;352;p2"/>
          <p:cNvSpPr/>
          <p:nvPr/>
        </p:nvSpPr>
        <p:spPr>
          <a:xfrm>
            <a:off x="12699101" y="636270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تعبئة المحتوى</a:t>
            </a:r>
            <a:endParaRPr/>
          </a:p>
        </p:txBody>
      </p:sp>
      <p:sp>
        <p:nvSpPr>
          <p:cNvPr id="353" name="Google Shape;353;p2"/>
          <p:cNvSpPr/>
          <p:nvPr/>
        </p:nvSpPr>
        <p:spPr>
          <a:xfrm>
            <a:off x="4820250" y="64103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استبدل النصوص الإرشادية وأضف صور مشروعك وبياناته.</a:t>
            </a:r>
            <a:endParaRPr/>
          </a:p>
        </p:txBody>
      </p:sp>
      <p:sp>
        <p:nvSpPr>
          <p:cNvPr id="354" name="Google Shape;354;p2"/>
          <p:cNvSpPr/>
          <p:nvPr/>
        </p:nvSpPr>
        <p:spPr>
          <a:xfrm>
            <a:off x="16099657" y="7639050"/>
            <a:ext cx="725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2EF2C2"/>
                </a:solidFill>
                <a:latin typeface="Readex Pro"/>
                <a:ea typeface="Readex Pro"/>
                <a:cs typeface="Readex Pro"/>
                <a:sym typeface="Readex Pro"/>
              </a:rPr>
              <a:t>04</a:t>
            </a:r>
            <a:endParaRPr/>
          </a:p>
        </p:txBody>
      </p:sp>
      <p:sp>
        <p:nvSpPr>
          <p:cNvPr id="355" name="Google Shape;355;p2"/>
          <p:cNvSpPr/>
          <p:nvPr/>
        </p:nvSpPr>
        <p:spPr>
          <a:xfrm>
            <a:off x="12699101" y="7639050"/>
            <a:ext cx="30786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F2F4FF"/>
                </a:solidFill>
                <a:latin typeface="Readex Pro"/>
                <a:ea typeface="Readex Pro"/>
                <a:cs typeface="Readex Pro"/>
                <a:sym typeface="Readex Pro"/>
              </a:rPr>
              <a:t>التهيئة للإرسال</a:t>
            </a:r>
            <a:endParaRPr/>
          </a:p>
        </p:txBody>
      </p:sp>
      <p:sp>
        <p:nvSpPr>
          <p:cNvPr id="356" name="Google Shape;356;p2"/>
          <p:cNvSpPr/>
          <p:nvPr/>
        </p:nvSpPr>
        <p:spPr>
          <a:xfrm>
            <a:off x="4820250" y="76866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احذف شرائح الدليل والنماذج غير المستخدمة، ثم راجع العرض.</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361" name="Shape 361"/>
        <p:cNvGrpSpPr/>
        <p:nvPr/>
      </p:nvGrpSpPr>
      <p:grpSpPr>
        <a:xfrm>
          <a:off x="0" y="0"/>
          <a:ext cx="0" cy="0"/>
          <a:chOff x="0" y="0"/>
          <a:chExt cx="0" cy="0"/>
        </a:xfrm>
      </p:grpSpPr>
      <p:pic>
        <p:nvPicPr>
          <p:cNvPr id="362" name="Google Shape;362;p3"/>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63" name="Google Shape;363;p3"/>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364" name="Google Shape;364;p3"/>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365" name="Google Shape;365;p3"/>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اختيار النموذج المناسب</a:t>
            </a:r>
            <a:endParaRPr/>
          </a:p>
        </p:txBody>
      </p:sp>
      <p:sp>
        <p:nvSpPr>
          <p:cNvPr id="366" name="Google Shape;366;p3"/>
          <p:cNvSpPr/>
          <p:nvPr/>
        </p:nvSpPr>
        <p:spPr>
          <a:xfrm>
            <a:off x="9516525" y="2857500"/>
            <a:ext cx="73236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اختر التخطيط بحسب المحتوى الذي تريد عرضه</a:t>
            </a:r>
            <a:endParaRPr/>
          </a:p>
        </p:txBody>
      </p:sp>
      <p:sp>
        <p:nvSpPr>
          <p:cNvPr id="367" name="Google Shape;367;p3"/>
          <p:cNvSpPr/>
          <p:nvPr/>
        </p:nvSpPr>
        <p:spPr>
          <a:xfrm>
            <a:off x="11183911" y="9467850"/>
            <a:ext cx="57324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68" name="Google Shape;368;p3"/>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03</a:t>
            </a:r>
            <a:endParaRPr/>
          </a:p>
        </p:txBody>
      </p:sp>
      <p:sp>
        <p:nvSpPr>
          <p:cNvPr id="369" name="Google Shape;369;p3"/>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370" name="Google Shape;370;p3"/>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فكرة أو شرح</a:t>
            </a:r>
            <a:endParaRPr/>
          </a:p>
        </p:txBody>
      </p:sp>
      <p:sp>
        <p:nvSpPr>
          <p:cNvPr id="371" name="Google Shape;371;p3"/>
          <p:cNvSpPr/>
          <p:nvPr/>
        </p:nvSpPr>
        <p:spPr>
          <a:xfrm>
            <a:off x="1409700"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نص رئيسي، نقاط داعمة، أو رسالة واحدة بارزة.</a:t>
            </a:r>
            <a:endParaRPr/>
          </a:p>
        </p:txBody>
      </p:sp>
      <p:sp>
        <p:nvSpPr>
          <p:cNvPr id="372" name="Google Shape;372;p3"/>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373" name="Google Shape;373;p3"/>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صورة أو واجهة</a:t>
            </a:r>
            <a:endParaRPr/>
          </a:p>
        </p:txBody>
      </p:sp>
      <p:sp>
        <p:nvSpPr>
          <p:cNvPr id="374" name="Google Shape;374;p3"/>
          <p:cNvSpPr/>
          <p:nvPr/>
        </p:nvSpPr>
        <p:spPr>
          <a:xfrm>
            <a:off x="1409700"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صورة مربعة، صورة عريضة، صورة كاملة، أو معرض صور.</a:t>
            </a:r>
            <a:endParaRPr/>
          </a:p>
        </p:txBody>
      </p:sp>
      <p:sp>
        <p:nvSpPr>
          <p:cNvPr id="375" name="Google Shape;375;p3"/>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376" name="Google Shape;376;p3"/>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بيانات ومقارنة</a:t>
            </a:r>
            <a:endParaRPr/>
          </a:p>
        </p:txBody>
      </p:sp>
      <p:sp>
        <p:nvSpPr>
          <p:cNvPr id="377" name="Google Shape;377;p3"/>
          <p:cNvSpPr/>
          <p:nvPr/>
        </p:nvSpPr>
        <p:spPr>
          <a:xfrm>
            <a:off x="1409700"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مؤشرات، جدول داكن أو فاتح، أعمدة، أو توزيع نسبي.</a:t>
            </a:r>
            <a:endParaRPr/>
          </a:p>
        </p:txBody>
      </p:sp>
      <p:sp>
        <p:nvSpPr>
          <p:cNvPr id="378" name="Google Shape;378;p3"/>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379" name="Google Shape;379;p3"/>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مراحل وتنفيذ</a:t>
            </a:r>
            <a:endParaRPr/>
          </a:p>
        </p:txBody>
      </p:sp>
      <p:sp>
        <p:nvSpPr>
          <p:cNvPr id="380" name="Google Shape;380;p3"/>
          <p:cNvSpPr/>
          <p:nvPr/>
        </p:nvSpPr>
        <p:spPr>
          <a:xfrm>
            <a:off x="1409700"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آلية عمل، خط زمني، أو تعريف بأعضاء الفريق.</a:t>
            </a:r>
            <a:endParaRPr/>
          </a:p>
        </p:txBody>
      </p:sp>
      <p:sp>
        <p:nvSpPr>
          <p:cNvPr id="381" name="Google Shape;381;p3"/>
          <p:cNvSpPr/>
          <p:nvPr/>
        </p:nvSpPr>
        <p:spPr>
          <a:xfrm>
            <a:off x="9147825" y="8953500"/>
            <a:ext cx="7768500" cy="428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للتصميم الخاص: استخدم الشريحة الفارغة الداكنة أو الفاتحة.</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386" name="Shape 386"/>
        <p:cNvGrpSpPr/>
        <p:nvPr/>
      </p:nvGrpSpPr>
      <p:grpSpPr>
        <a:xfrm>
          <a:off x="0" y="0"/>
          <a:ext cx="0" cy="0"/>
          <a:chOff x="0" y="0"/>
          <a:chExt cx="0" cy="0"/>
        </a:xfrm>
      </p:grpSpPr>
      <p:pic>
        <p:nvPicPr>
          <p:cNvPr id="387" name="Google Shape;387;p4"/>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388" name="Google Shape;388;p4"/>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389" name="Google Shape;389;p4"/>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04</a:t>
            </a:r>
            <a:endParaRPr/>
          </a:p>
        </p:txBody>
      </p:sp>
      <p:sp>
        <p:nvSpPr>
          <p:cNvPr id="390" name="Google Shape;390;p4"/>
          <p:cNvSpPr/>
          <p:nvPr/>
        </p:nvSpPr>
        <p:spPr>
          <a:xfrm>
            <a:off x="8790650" y="3943350"/>
            <a:ext cx="952500" cy="762000"/>
          </a:xfrm>
          <a:prstGeom prst="rect">
            <a:avLst/>
          </a:prstGeom>
          <a:solidFill>
            <a:srgbClr val="12183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
          <p:cNvSpPr/>
          <p:nvPr/>
        </p:nvSpPr>
        <p:spPr>
          <a:xfrm>
            <a:off x="4984475" y="39624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الكحلي</a:t>
            </a:r>
            <a:endParaRPr/>
          </a:p>
        </p:txBody>
      </p:sp>
      <p:sp>
        <p:nvSpPr>
          <p:cNvPr id="392" name="Google Shape;392;p4"/>
          <p:cNvSpPr/>
          <p:nvPr/>
        </p:nvSpPr>
        <p:spPr>
          <a:xfrm>
            <a:off x="4984475" y="44577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#12183F</a:t>
            </a:r>
            <a:endParaRPr>
              <a:latin typeface="Readex Pro Light"/>
              <a:ea typeface="Readex Pro Light"/>
              <a:cs typeface="Readex Pro Light"/>
              <a:sym typeface="Readex Pro Light"/>
            </a:endParaRPr>
          </a:p>
        </p:txBody>
      </p:sp>
      <p:sp>
        <p:nvSpPr>
          <p:cNvPr id="393" name="Google Shape;393;p4"/>
          <p:cNvSpPr/>
          <p:nvPr/>
        </p:nvSpPr>
        <p:spPr>
          <a:xfrm>
            <a:off x="8790650" y="5143500"/>
            <a:ext cx="952500" cy="762000"/>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
          <p:cNvSpPr/>
          <p:nvPr/>
        </p:nvSpPr>
        <p:spPr>
          <a:xfrm>
            <a:off x="4984475" y="51625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البنفسجي</a:t>
            </a:r>
            <a:endParaRPr/>
          </a:p>
        </p:txBody>
      </p:sp>
      <p:sp>
        <p:nvSpPr>
          <p:cNvPr id="395" name="Google Shape;395;p4"/>
          <p:cNvSpPr/>
          <p:nvPr/>
        </p:nvSpPr>
        <p:spPr>
          <a:xfrm>
            <a:off x="4984475" y="56578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#6150EA</a:t>
            </a:r>
            <a:endParaRPr>
              <a:latin typeface="Readex Pro Light"/>
              <a:ea typeface="Readex Pro Light"/>
              <a:cs typeface="Readex Pro Light"/>
              <a:sym typeface="Readex Pro Light"/>
            </a:endParaRPr>
          </a:p>
        </p:txBody>
      </p:sp>
      <p:sp>
        <p:nvSpPr>
          <p:cNvPr id="396" name="Google Shape;396;p4"/>
          <p:cNvSpPr/>
          <p:nvPr/>
        </p:nvSpPr>
        <p:spPr>
          <a:xfrm>
            <a:off x="8790650" y="6343650"/>
            <a:ext cx="952500" cy="762000"/>
          </a:xfrm>
          <a:prstGeom prst="rect">
            <a:avLst/>
          </a:prstGeom>
          <a:solidFill>
            <a:srgbClr val="2EF2C2"/>
          </a:solidFill>
          <a:ln cap="flat" cmpd="sng" w="11425">
            <a:solidFill>
              <a:srgbClr val="2EF2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
          <p:cNvSpPr/>
          <p:nvPr/>
        </p:nvSpPr>
        <p:spPr>
          <a:xfrm>
            <a:off x="4984475" y="636270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التركواز</a:t>
            </a:r>
            <a:endParaRPr/>
          </a:p>
        </p:txBody>
      </p:sp>
      <p:sp>
        <p:nvSpPr>
          <p:cNvPr id="398" name="Google Shape;398;p4"/>
          <p:cNvSpPr/>
          <p:nvPr/>
        </p:nvSpPr>
        <p:spPr>
          <a:xfrm>
            <a:off x="4984475" y="685800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#2EF2C2</a:t>
            </a:r>
            <a:endParaRPr>
              <a:latin typeface="Readex Pro Light"/>
              <a:ea typeface="Readex Pro Light"/>
              <a:cs typeface="Readex Pro Light"/>
              <a:sym typeface="Readex Pro Light"/>
            </a:endParaRPr>
          </a:p>
        </p:txBody>
      </p:sp>
      <p:sp>
        <p:nvSpPr>
          <p:cNvPr id="399" name="Google Shape;399;p4"/>
          <p:cNvSpPr/>
          <p:nvPr/>
        </p:nvSpPr>
        <p:spPr>
          <a:xfrm>
            <a:off x="8790650" y="7543800"/>
            <a:ext cx="952500" cy="762000"/>
          </a:xfrm>
          <a:prstGeom prst="rect">
            <a:avLst/>
          </a:prstGeom>
          <a:solidFill>
            <a:srgbClr val="F2F4FF"/>
          </a:solidFill>
          <a:ln cap="flat" cmpd="sng" w="11425">
            <a:solidFill>
              <a:srgbClr val="F2F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
          <p:cNvSpPr/>
          <p:nvPr/>
        </p:nvSpPr>
        <p:spPr>
          <a:xfrm>
            <a:off x="4984475" y="7562850"/>
            <a:ext cx="3302400" cy="4764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400">
                <a:solidFill>
                  <a:srgbClr val="F2F4FF"/>
                </a:solidFill>
                <a:latin typeface="Readex Pro"/>
                <a:ea typeface="Readex Pro"/>
                <a:cs typeface="Readex Pro"/>
                <a:sym typeface="Readex Pro"/>
              </a:rPr>
              <a:t>الأبيض المائل للأزرق</a:t>
            </a:r>
            <a:endParaRPr/>
          </a:p>
        </p:txBody>
      </p:sp>
      <p:sp>
        <p:nvSpPr>
          <p:cNvPr id="401" name="Google Shape;401;p4"/>
          <p:cNvSpPr/>
          <p:nvPr/>
        </p:nvSpPr>
        <p:spPr>
          <a:xfrm>
            <a:off x="4984475" y="8058150"/>
            <a:ext cx="3302400" cy="381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ar-SA" sz="1875">
                <a:solidFill>
                  <a:srgbClr val="CBCFE6"/>
                </a:solidFill>
                <a:latin typeface="Readex Pro Light"/>
                <a:ea typeface="Readex Pro Light"/>
                <a:cs typeface="Readex Pro Light"/>
                <a:sym typeface="Readex Pro Light"/>
              </a:rPr>
              <a:t>#F2F4FF</a:t>
            </a:r>
            <a:endParaRPr>
              <a:latin typeface="Readex Pro Light"/>
              <a:ea typeface="Readex Pro Light"/>
              <a:cs typeface="Readex Pro Light"/>
              <a:sym typeface="Readex Pro Light"/>
            </a:endParaRPr>
          </a:p>
        </p:txBody>
      </p:sp>
      <p:sp>
        <p:nvSpPr>
          <p:cNvPr id="402" name="Google Shape;402;p4"/>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03" name="Google Shape;403;p4"/>
          <p:cNvSpPr/>
          <p:nvPr/>
        </p:nvSpPr>
        <p:spPr>
          <a:xfrm>
            <a:off x="9791700" y="1809750"/>
            <a:ext cx="7048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الخط والألوان</a:t>
            </a:r>
            <a:endParaRPr/>
          </a:p>
        </p:txBody>
      </p:sp>
      <p:sp>
        <p:nvSpPr>
          <p:cNvPr id="404" name="Google Shape;404;p4"/>
          <p:cNvSpPr/>
          <p:nvPr/>
        </p:nvSpPr>
        <p:spPr>
          <a:xfrm>
            <a:off x="9791700" y="2857500"/>
            <a:ext cx="7048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مقاسات وألوان متسقة مع الهوية المرفقة</a:t>
            </a:r>
            <a:endParaRPr/>
          </a:p>
        </p:txBody>
      </p:sp>
      <p:sp>
        <p:nvSpPr>
          <p:cNvPr id="405" name="Google Shape;405;p4"/>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06" name="Google Shape;406;p4"/>
          <p:cNvSpPr/>
          <p:nvPr/>
        </p:nvSpPr>
        <p:spPr>
          <a:xfrm>
            <a:off x="9791700" y="3857625"/>
            <a:ext cx="7048500" cy="8382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4950">
                <a:solidFill>
                  <a:srgbClr val="F2F4FF"/>
                </a:solidFill>
                <a:latin typeface="Readex Pro"/>
                <a:ea typeface="Readex Pro"/>
                <a:cs typeface="Readex Pro"/>
                <a:sym typeface="Readex Pro"/>
              </a:rPr>
              <a:t>Readex Pro</a:t>
            </a:r>
            <a:endParaRPr/>
          </a:p>
        </p:txBody>
      </p:sp>
      <p:sp>
        <p:nvSpPr>
          <p:cNvPr id="407" name="Google Shape;407;p4"/>
          <p:cNvSpPr/>
          <p:nvPr/>
        </p:nvSpPr>
        <p:spPr>
          <a:xfrm>
            <a:off x="11406175" y="5010150"/>
            <a:ext cx="5434200" cy="2381400"/>
          </a:xfrm>
          <a:prstGeom prst="rect">
            <a:avLst/>
          </a:prstGeom>
          <a:noFill/>
          <a:ln>
            <a:noFill/>
          </a:ln>
        </p:spPr>
        <p:txBody>
          <a:bodyPr anchorCtr="0" anchor="t" bIns="0" lIns="0" spcFirstLastPara="1" rIns="0" wrap="square" tIns="0">
            <a:noAutofit/>
          </a:bodyPr>
          <a:lstStyle/>
          <a:p>
            <a:pPr indent="0" lvl="0" marL="0" marR="0" rtl="1" algn="r">
              <a:lnSpc>
                <a:spcPct val="150000"/>
              </a:lnSpc>
              <a:spcBef>
                <a:spcPts val="0"/>
              </a:spcBef>
              <a:spcAft>
                <a:spcPts val="0"/>
              </a:spcAft>
              <a:buNone/>
            </a:pPr>
            <a:r>
              <a:rPr b="1" lang="ar-SA" sz="3150">
                <a:solidFill>
                  <a:srgbClr val="F2F4FF"/>
                </a:solidFill>
                <a:latin typeface="Readex Pro"/>
                <a:ea typeface="Readex Pro"/>
                <a:cs typeface="Readex Pro"/>
                <a:sym typeface="Readex Pro"/>
              </a:rPr>
              <a:t>العنوان الرئيسي 45 نقطة</a:t>
            </a:r>
            <a:endParaRPr b="1">
              <a:latin typeface="Readex Pro"/>
              <a:ea typeface="Readex Pro"/>
              <a:cs typeface="Readex Pro"/>
              <a:sym typeface="Readex Pro"/>
            </a:endParaRPr>
          </a:p>
          <a:p>
            <a:pPr indent="0" lvl="0" marL="0" marR="0" rtl="1" algn="r">
              <a:lnSpc>
                <a:spcPct val="150000"/>
              </a:lnSpc>
              <a:spcBef>
                <a:spcPts val="0"/>
              </a:spcBef>
              <a:spcAft>
                <a:spcPts val="0"/>
              </a:spcAft>
              <a:buNone/>
            </a:pPr>
            <a:r>
              <a:rPr lang="ar-SA" sz="3150">
                <a:solidFill>
                  <a:srgbClr val="F2F4FF"/>
                </a:solidFill>
                <a:latin typeface="Readex Pro Medium"/>
                <a:ea typeface="Readex Pro Medium"/>
                <a:cs typeface="Readex Pro Medium"/>
                <a:sym typeface="Readex Pro Medium"/>
              </a:rPr>
              <a:t>النص 24 نقطة</a:t>
            </a:r>
            <a:endParaRPr>
              <a:latin typeface="Readex Pro Medium"/>
              <a:ea typeface="Readex Pro Medium"/>
              <a:cs typeface="Readex Pro Medium"/>
              <a:sym typeface="Readex Pro Medium"/>
            </a:endParaRPr>
          </a:p>
          <a:p>
            <a:pPr indent="0" lvl="0" marL="0" marR="0" rtl="1" algn="r">
              <a:lnSpc>
                <a:spcPct val="150000"/>
              </a:lnSpc>
              <a:spcBef>
                <a:spcPts val="0"/>
              </a:spcBef>
              <a:spcAft>
                <a:spcPts val="0"/>
              </a:spcAft>
              <a:buNone/>
            </a:pPr>
            <a:r>
              <a:rPr lang="ar-SA" sz="3150">
                <a:solidFill>
                  <a:srgbClr val="F2F4FF"/>
                </a:solidFill>
                <a:latin typeface="Readex Pro Light"/>
                <a:ea typeface="Readex Pro Light"/>
                <a:cs typeface="Readex Pro Light"/>
                <a:sym typeface="Readex Pro Light"/>
              </a:rPr>
              <a:t>التعليق 18 نقطة</a:t>
            </a:r>
            <a:endParaRPr>
              <a:latin typeface="Readex Pro Light"/>
              <a:ea typeface="Readex Pro Light"/>
              <a:cs typeface="Readex Pro Light"/>
              <a:sym typeface="Readex Pro Light"/>
            </a:endParaRPr>
          </a:p>
        </p:txBody>
      </p:sp>
      <p:sp>
        <p:nvSpPr>
          <p:cNvPr id="408" name="Google Shape;408;p4"/>
          <p:cNvSpPr/>
          <p:nvPr/>
        </p:nvSpPr>
        <p:spPr>
          <a:xfrm>
            <a:off x="10668750" y="7953375"/>
            <a:ext cx="6171600" cy="952500"/>
          </a:xfrm>
          <a:prstGeom prst="rect">
            <a:avLst/>
          </a:prstGeom>
          <a:noFill/>
          <a:ln>
            <a:noFill/>
          </a:ln>
        </p:spPr>
        <p:txBody>
          <a:bodyPr anchorCtr="0" anchor="t" bIns="0" lIns="0" spcFirstLastPara="1" rIns="0" wrap="square" tIns="0">
            <a:noAutofit/>
          </a:bodyPr>
          <a:lstStyle/>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العناوين بوزن Bold، والنصوص بوزن Regular.</a:t>
            </a:r>
            <a:endParaRPr>
              <a:latin typeface="Readex Pro Light"/>
              <a:ea typeface="Readex Pro Light"/>
              <a:cs typeface="Readex Pro Light"/>
              <a:sym typeface="Readex Pro Light"/>
            </a:endParaRPr>
          </a:p>
          <a:p>
            <a:pPr indent="0" lvl="0" marL="0" marR="0" rtl="1" algn="r">
              <a:lnSpc>
                <a:spcPct val="115000"/>
              </a:lnSpc>
              <a:spcBef>
                <a:spcPts val="0"/>
              </a:spcBef>
              <a:spcAft>
                <a:spcPts val="0"/>
              </a:spcAft>
              <a:buNone/>
            </a:pPr>
            <a:r>
              <a:rPr lang="ar-SA" sz="2100">
                <a:solidFill>
                  <a:srgbClr val="CBCFE6"/>
                </a:solidFill>
                <a:latin typeface="Readex Pro Light"/>
                <a:ea typeface="Readex Pro Light"/>
                <a:cs typeface="Readex Pro Light"/>
                <a:sym typeface="Readex Pro Light"/>
              </a:rPr>
              <a:t>ثبّت الخط قبل التحرير إذا اختلف مظهر النص.</a:t>
            </a:r>
            <a:endParaRPr>
              <a:latin typeface="Readex Pro Light"/>
              <a:ea typeface="Readex Pro Light"/>
              <a:cs typeface="Readex Pro Light"/>
              <a:sym typeface="Readex Pr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13" name="Shape 413"/>
        <p:cNvGrpSpPr/>
        <p:nvPr/>
      </p:nvGrpSpPr>
      <p:grpSpPr>
        <a:xfrm>
          <a:off x="0" y="0"/>
          <a:ext cx="0" cy="0"/>
          <a:chOff x="0" y="0"/>
          <a:chExt cx="0" cy="0"/>
        </a:xfrm>
      </p:grpSpPr>
      <p:pic>
        <p:nvPicPr>
          <p:cNvPr id="414" name="Google Shape;414;p5"/>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15" name="Google Shape;415;p5"/>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16" name="Google Shape;416;p5"/>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05</a:t>
            </a:r>
            <a:endParaRPr/>
          </a:p>
        </p:txBody>
      </p:sp>
      <p:sp>
        <p:nvSpPr>
          <p:cNvPr id="417" name="Google Shape;417;p5"/>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18" name="Google Shape;418;p5"/>
          <p:cNvSpPr/>
          <p:nvPr/>
        </p:nvSpPr>
        <p:spPr>
          <a:xfrm>
            <a:off x="7166000" y="1809750"/>
            <a:ext cx="96741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النصوص والمربعات والمساحات</a:t>
            </a:r>
            <a:endParaRPr/>
          </a:p>
        </p:txBody>
      </p:sp>
      <p:sp>
        <p:nvSpPr>
          <p:cNvPr id="419" name="Google Shape;419;p5"/>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لكل عنصر وظيفة واضحة داخل الشريحة</a:t>
            </a:r>
            <a:endParaRPr/>
          </a:p>
        </p:txBody>
      </p:sp>
      <p:sp>
        <p:nvSpPr>
          <p:cNvPr id="420" name="Google Shape;420;p5"/>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21" name="Google Shape;421;p5"/>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22" name="Google Shape;422;p5"/>
          <p:cNvSpPr/>
          <p:nvPr/>
        </p:nvSpPr>
        <p:spPr>
          <a:xfrm>
            <a:off x="11897775" y="38100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نص بين أقواس</a:t>
            </a:r>
            <a:endParaRPr/>
          </a:p>
        </p:txBody>
      </p:sp>
      <p:sp>
        <p:nvSpPr>
          <p:cNvPr id="423" name="Google Shape;423;p5"/>
          <p:cNvSpPr/>
          <p:nvPr/>
        </p:nvSpPr>
        <p:spPr>
          <a:xfrm>
            <a:off x="5204325" y="38576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استبدله ببيانات مشروعك، ثم احذف الأقواس.</a:t>
            </a:r>
            <a:endParaRPr/>
          </a:p>
        </p:txBody>
      </p:sp>
      <p:sp>
        <p:nvSpPr>
          <p:cNvPr id="424" name="Google Shape;424;p5"/>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25" name="Google Shape;425;p5"/>
          <p:cNvSpPr/>
          <p:nvPr/>
        </p:nvSpPr>
        <p:spPr>
          <a:xfrm>
            <a:off x="11897775" y="50482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صورة</a:t>
            </a:r>
            <a:endParaRPr/>
          </a:p>
        </p:txBody>
      </p:sp>
      <p:sp>
        <p:nvSpPr>
          <p:cNvPr id="426" name="Google Shape;426;p5"/>
          <p:cNvSpPr/>
          <p:nvPr/>
        </p:nvSpPr>
        <p:spPr>
          <a:xfrm>
            <a:off x="5204325" y="50958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أضف الصورة داخل العنصر النائب، واضبط القص داخل الإطار.</a:t>
            </a:r>
            <a:endParaRPr/>
          </a:p>
        </p:txBody>
      </p:sp>
      <p:sp>
        <p:nvSpPr>
          <p:cNvPr id="427" name="Google Shape;427;p5"/>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28" name="Google Shape;428;p5"/>
          <p:cNvSpPr/>
          <p:nvPr/>
        </p:nvSpPr>
        <p:spPr>
          <a:xfrm>
            <a:off x="11897775" y="628650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مربع نص أو شكل</a:t>
            </a:r>
            <a:endParaRPr/>
          </a:p>
        </p:txBody>
      </p:sp>
      <p:sp>
        <p:nvSpPr>
          <p:cNvPr id="429" name="Google Shape;429;p5"/>
          <p:cNvSpPr/>
          <p:nvPr/>
        </p:nvSpPr>
        <p:spPr>
          <a:xfrm>
            <a:off x="5204325" y="633412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حرّر النص، وكرّر المربع عند الحاجة مع الحفاظ على المحاذاة.</a:t>
            </a:r>
            <a:endParaRPr/>
          </a:p>
        </p:txBody>
      </p:sp>
      <p:sp>
        <p:nvSpPr>
          <p:cNvPr id="430" name="Google Shape;430;p5"/>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31" name="Google Shape;431;p5"/>
          <p:cNvSpPr/>
          <p:nvPr/>
        </p:nvSpPr>
        <p:spPr>
          <a:xfrm>
            <a:off x="11897775" y="7524750"/>
            <a:ext cx="370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مساحة فارغة</a:t>
            </a:r>
            <a:endParaRPr/>
          </a:p>
        </p:txBody>
      </p:sp>
      <p:sp>
        <p:nvSpPr>
          <p:cNvPr id="432" name="Google Shape;432;p5"/>
          <p:cNvSpPr/>
          <p:nvPr/>
        </p:nvSpPr>
        <p:spPr>
          <a:xfrm>
            <a:off x="5204325" y="7572375"/>
            <a:ext cx="6572400" cy="895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استخدمها للتوازن البصري، أو أضف محتوى ضروريًا فقط.</a:t>
            </a:r>
            <a:endParaRPr/>
          </a:p>
        </p:txBody>
      </p:sp>
      <p:sp>
        <p:nvSpPr>
          <p:cNvPr id="433" name="Google Shape;433;p5"/>
          <p:cNvSpPr/>
          <p:nvPr/>
        </p:nvSpPr>
        <p:spPr>
          <a:xfrm>
            <a:off x="1409700" y="8953500"/>
            <a:ext cx="154305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100">
                <a:solidFill>
                  <a:srgbClr val="6150EA"/>
                </a:solidFill>
                <a:latin typeface="Readex Pro"/>
                <a:ea typeface="Readex Pro"/>
                <a:cs typeface="Readex Pro"/>
                <a:sym typeface="Readex Pro"/>
              </a:rPr>
              <a:t>إذا زاد النص: اختصره أو وزّعه على شريحتين مع الحفاظ على حجم الخط.</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38" name="Shape 438"/>
        <p:cNvGrpSpPr/>
        <p:nvPr/>
      </p:nvGrpSpPr>
      <p:grpSpPr>
        <a:xfrm>
          <a:off x="0" y="0"/>
          <a:ext cx="0" cy="0"/>
          <a:chOff x="0" y="0"/>
          <a:chExt cx="0" cy="0"/>
        </a:xfrm>
      </p:grpSpPr>
      <p:pic>
        <p:nvPicPr>
          <p:cNvPr id="439" name="Google Shape;439;p6"/>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40" name="Google Shape;440;p6"/>
          <p:cNvPicPr preferRelativeResize="0"/>
          <p:nvPr/>
        </p:nvPicPr>
        <p:blipFill rotWithShape="1">
          <a:blip r:embed="rId4">
            <a:alphaModFix/>
          </a:blip>
          <a:srcRect b="0" l="0" r="0" t="0"/>
          <a:stretch/>
        </p:blipFill>
        <p:spPr>
          <a:xfrm>
            <a:off x="1066800" y="693967"/>
            <a:ext cx="3429000" cy="879016"/>
          </a:xfrm>
          <a:prstGeom prst="rect">
            <a:avLst/>
          </a:prstGeom>
          <a:noFill/>
          <a:ln>
            <a:noFill/>
          </a:ln>
        </p:spPr>
      </p:pic>
      <p:sp>
        <p:nvSpPr>
          <p:cNvPr id="441" name="Google Shape;441;p6"/>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8E99CC"/>
                </a:solidFill>
                <a:latin typeface="Readex Pro"/>
                <a:ea typeface="Readex Pro"/>
                <a:cs typeface="Readex Pro"/>
                <a:sym typeface="Readex Pro"/>
              </a:rPr>
              <a:t>06</a:t>
            </a:r>
            <a:endParaRPr/>
          </a:p>
        </p:txBody>
      </p:sp>
      <p:sp>
        <p:nvSpPr>
          <p:cNvPr id="442" name="Google Shape;442;p6"/>
          <p:cNvSpPr/>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الجداول</a:t>
            </a:r>
            <a:endParaRPr/>
          </a:p>
        </p:txBody>
      </p:sp>
      <p:sp>
        <p:nvSpPr>
          <p:cNvPr id="443" name="Google Shape;443;p6"/>
          <p:cNvSpPr/>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اكتب داخل الخلية. أضف الصفوف أو احذفها من أدوات الجدول، وحافظ على عرض الأعمدة.</a:t>
            </a:r>
            <a:endParaRPr>
              <a:latin typeface="Readex Pro Light"/>
              <a:ea typeface="Readex Pro Light"/>
              <a:cs typeface="Readex Pro Light"/>
              <a:sym typeface="Readex Pro Light"/>
            </a:endParaRPr>
          </a:p>
        </p:txBody>
      </p:sp>
      <p:sp>
        <p:nvSpPr>
          <p:cNvPr id="444" name="Google Shape;444;p6"/>
          <p:cNvSpPr/>
          <p:nvPr/>
        </p:nvSpPr>
        <p:spPr>
          <a:xfrm>
            <a:off x="1714500" y="6524625"/>
            <a:ext cx="6953250" cy="5905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الأرقام والروابط</a:t>
            </a:r>
            <a:endParaRPr/>
          </a:p>
        </p:txBody>
      </p:sp>
      <p:sp>
        <p:nvSpPr>
          <p:cNvPr id="445" name="Google Shape;445;p6"/>
          <p:cNvSpPr/>
          <p:nvPr/>
        </p:nvSpPr>
        <p:spPr>
          <a:xfrm>
            <a:off x="1714500" y="7229475"/>
            <a:ext cx="695325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الأرقام داخل الرسوم أمثلة توضيحية. استبدلها بنتائج مشروعك، واختبر الروابط قبل الإرسال.</a:t>
            </a:r>
            <a:endParaRPr>
              <a:latin typeface="Readex Pro Light"/>
              <a:ea typeface="Readex Pro Light"/>
              <a:cs typeface="Readex Pro Light"/>
              <a:sym typeface="Readex Pro Light"/>
            </a:endParaRPr>
          </a:p>
        </p:txBody>
      </p:sp>
      <p:sp>
        <p:nvSpPr>
          <p:cNvPr id="446" name="Google Shape;446;p6"/>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2EF2C2"/>
                </a:solidFill>
                <a:latin typeface="Readex Pro"/>
                <a:ea typeface="Readex Pro"/>
                <a:cs typeface="Readex Pro"/>
                <a:sym typeface="Readex Pro"/>
              </a:rPr>
              <a:t>دليل الاستخدام</a:t>
            </a:r>
            <a:endParaRPr/>
          </a:p>
        </p:txBody>
      </p:sp>
      <p:sp>
        <p:nvSpPr>
          <p:cNvPr id="447" name="Google Shape;447;p6"/>
          <p:cNvSpPr/>
          <p:nvPr/>
        </p:nvSpPr>
        <p:spPr>
          <a:xfrm>
            <a:off x="8963475" y="1809750"/>
            <a:ext cx="78768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F2F4FF"/>
                </a:solidFill>
                <a:latin typeface="Readex Pro"/>
                <a:ea typeface="Readex Pro"/>
                <a:cs typeface="Readex Pro"/>
                <a:sym typeface="Readex Pro"/>
              </a:rPr>
              <a:t>الصور والجداول والرسوم</a:t>
            </a:r>
            <a:endParaRPr/>
          </a:p>
        </p:txBody>
      </p:sp>
      <p:sp>
        <p:nvSpPr>
          <p:cNvPr id="448" name="Google Shape;448;p6"/>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CBCFE6"/>
                </a:solidFill>
                <a:latin typeface="Readex Pro"/>
                <a:ea typeface="Readex Pro"/>
                <a:cs typeface="Readex Pro"/>
                <a:sym typeface="Readex Pro"/>
              </a:rPr>
              <a:t>عناصر قابلة للتعديل داخل PowerPoint</a:t>
            </a:r>
            <a:endParaRPr/>
          </a:p>
        </p:txBody>
      </p:sp>
      <p:sp>
        <p:nvSpPr>
          <p:cNvPr id="449" name="Google Shape;449;p6"/>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450" name="Google Shape;450;p6"/>
          <p:cNvSpPr/>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الصور</a:t>
            </a:r>
            <a:endParaRPr/>
          </a:p>
        </p:txBody>
      </p:sp>
      <p:sp>
        <p:nvSpPr>
          <p:cNvPr id="451" name="Google Shape;451;p6"/>
          <p:cNvSpPr/>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صورة واضحة. استخدم «قص» لضبط الإطار، وحافظ على أبعاد الصورة دون تمديد.</a:t>
            </a:r>
            <a:endParaRPr>
              <a:latin typeface="Readex Pro Light"/>
              <a:ea typeface="Readex Pro Light"/>
              <a:cs typeface="Readex Pro Light"/>
              <a:sym typeface="Readex Pro Light"/>
            </a:endParaRPr>
          </a:p>
        </p:txBody>
      </p:sp>
      <p:sp>
        <p:nvSpPr>
          <p:cNvPr id="452" name="Google Shape;452;p6"/>
          <p:cNvSpPr/>
          <p:nvPr/>
        </p:nvSpPr>
        <p:spPr>
          <a:xfrm>
            <a:off x="9505950" y="6524625"/>
            <a:ext cx="73344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850">
                <a:solidFill>
                  <a:srgbClr val="2EF2C2"/>
                </a:solidFill>
                <a:latin typeface="Readex Pro"/>
                <a:ea typeface="Readex Pro"/>
                <a:cs typeface="Readex Pro"/>
                <a:sym typeface="Readex Pro"/>
              </a:rPr>
              <a:t>الرسوم البيانية</a:t>
            </a:r>
            <a:endParaRPr/>
          </a:p>
        </p:txBody>
      </p:sp>
      <p:sp>
        <p:nvSpPr>
          <p:cNvPr id="453" name="Google Shape;453;p6"/>
          <p:cNvSpPr/>
          <p:nvPr/>
        </p:nvSpPr>
        <p:spPr>
          <a:xfrm>
            <a:off x="9505950" y="7229475"/>
            <a:ext cx="7334400" cy="1066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lang="ar-SA" sz="2400">
                <a:solidFill>
                  <a:srgbClr val="CBCFE6"/>
                </a:solidFill>
                <a:latin typeface="Readex Pro Light"/>
                <a:ea typeface="Readex Pro Light"/>
                <a:cs typeface="Readex Pro Light"/>
                <a:sym typeface="Readex Pro Light"/>
              </a:rPr>
              <a:t>اختر الرسم ثم «تحرير البيانات». استبدل الفئات والقيم، وحدّث الوحدة والمصدر.</a:t>
            </a:r>
            <a:endParaRPr>
              <a:latin typeface="Readex Pro Light"/>
              <a:ea typeface="Readex Pro Light"/>
              <a:cs typeface="Readex Pro Light"/>
              <a:sym typeface="Readex Pro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458" name="Shape 458"/>
        <p:cNvGrpSpPr/>
        <p:nvPr/>
      </p:nvGrpSpPr>
      <p:grpSpPr>
        <a:xfrm>
          <a:off x="0" y="0"/>
          <a:ext cx="0" cy="0"/>
          <a:chOff x="0" y="0"/>
          <a:chExt cx="0" cy="0"/>
        </a:xfrm>
      </p:grpSpPr>
      <p:pic>
        <p:nvPicPr>
          <p:cNvPr id="459" name="Google Shape;459;p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60" name="Google Shape;460;p7"/>
          <p:cNvPicPr preferRelativeResize="0"/>
          <p:nvPr/>
        </p:nvPicPr>
        <p:blipFill rotWithShape="1">
          <a:blip r:embed="rId4">
            <a:alphaModFix/>
          </a:blip>
          <a:srcRect b="0" l="0" r="0" t="0"/>
          <a:stretch/>
        </p:blipFill>
        <p:spPr>
          <a:xfrm>
            <a:off x="1337187" y="685800"/>
            <a:ext cx="2888226" cy="895350"/>
          </a:xfrm>
          <a:prstGeom prst="rect">
            <a:avLst/>
          </a:prstGeom>
          <a:noFill/>
          <a:ln>
            <a:noFill/>
          </a:ln>
        </p:spPr>
      </p:pic>
      <p:sp>
        <p:nvSpPr>
          <p:cNvPr id="461" name="Google Shape;461;p7"/>
          <p:cNvSpPr/>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ar-SA" sz="1800">
                <a:solidFill>
                  <a:srgbClr val="4A5590"/>
                </a:solidFill>
                <a:latin typeface="Readex Pro"/>
                <a:ea typeface="Readex Pro"/>
                <a:cs typeface="Readex Pro"/>
                <a:sym typeface="Readex Pro"/>
              </a:rPr>
              <a:t>07</a:t>
            </a:r>
            <a:endParaRPr/>
          </a:p>
        </p:txBody>
      </p:sp>
      <p:sp>
        <p:nvSpPr>
          <p:cNvPr id="462" name="Google Shape;462;p7"/>
          <p:cNvSpPr/>
          <p:nvPr/>
        </p:nvSpPr>
        <p:spPr>
          <a:xfrm>
            <a:off x="1714500" y="38576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احذف الدليل والنصوص الإرشادية والنماذج الزائدة.</a:t>
            </a:r>
            <a:endParaRPr/>
          </a:p>
        </p:txBody>
      </p:sp>
      <p:sp>
        <p:nvSpPr>
          <p:cNvPr id="463" name="Google Shape;463;p7"/>
          <p:cNvSpPr/>
          <p:nvPr/>
        </p:nvSpPr>
        <p:spPr>
          <a:xfrm>
            <a:off x="1714500" y="50958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راجع الخط والمحاذاة والصور، وتأكد من عدم قص النصوص.</a:t>
            </a:r>
            <a:endParaRPr/>
          </a:p>
        </p:txBody>
      </p:sp>
      <p:sp>
        <p:nvSpPr>
          <p:cNvPr id="464" name="Google Shape;464;p7"/>
          <p:cNvSpPr/>
          <p:nvPr/>
        </p:nvSpPr>
        <p:spPr>
          <a:xfrm>
            <a:off x="1714500" y="633412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حدّث الأرقام والمصادر، واختبر رابط النموذج إن أضفته.</a:t>
            </a:r>
            <a:endParaRPr/>
          </a:p>
        </p:txBody>
      </p:sp>
      <p:sp>
        <p:nvSpPr>
          <p:cNvPr id="465" name="Google Shape;465;p7"/>
          <p:cNvSpPr/>
          <p:nvPr/>
        </p:nvSpPr>
        <p:spPr>
          <a:xfrm>
            <a:off x="1714500" y="7572375"/>
            <a:ext cx="6572250" cy="8953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احفظ العرض باسم المشروع، وافتحه مجددًا بعد الحفظ.</a:t>
            </a:r>
            <a:endParaRPr/>
          </a:p>
        </p:txBody>
      </p:sp>
      <p:sp>
        <p:nvSpPr>
          <p:cNvPr id="466" name="Google Shape;466;p7"/>
          <p:cNvSpPr/>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800">
                <a:solidFill>
                  <a:srgbClr val="6150EA"/>
                </a:solidFill>
                <a:latin typeface="Readex Pro"/>
                <a:ea typeface="Readex Pro"/>
                <a:cs typeface="Readex Pro"/>
                <a:sym typeface="Readex Pro"/>
              </a:rPr>
              <a:t>دليل الاستخدام</a:t>
            </a:r>
            <a:endParaRPr/>
          </a:p>
        </p:txBody>
      </p:sp>
      <p:sp>
        <p:nvSpPr>
          <p:cNvPr id="467" name="Google Shape;467;p7"/>
          <p:cNvSpPr/>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4500">
                <a:solidFill>
                  <a:srgbClr val="12183F"/>
                </a:solidFill>
                <a:latin typeface="Readex Pro"/>
                <a:ea typeface="Readex Pro"/>
                <a:cs typeface="Readex Pro"/>
                <a:sym typeface="Readex Pro"/>
              </a:rPr>
              <a:t>مراجعة العرض قبل الإرسال</a:t>
            </a:r>
            <a:endParaRPr/>
          </a:p>
        </p:txBody>
      </p:sp>
      <p:sp>
        <p:nvSpPr>
          <p:cNvPr id="468" name="Google Shape;468;p7"/>
          <p:cNvSpPr/>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2250">
                <a:solidFill>
                  <a:srgbClr val="4A5590"/>
                </a:solidFill>
                <a:latin typeface="Readex Pro"/>
                <a:ea typeface="Readex Pro"/>
                <a:cs typeface="Readex Pro"/>
                <a:sym typeface="Readex Pro"/>
              </a:rPr>
              <a:t>قائمة مختصرة لإعداد النسخة النهائية</a:t>
            </a:r>
            <a:endParaRPr/>
          </a:p>
        </p:txBody>
      </p:sp>
      <p:sp>
        <p:nvSpPr>
          <p:cNvPr id="469" name="Google Shape;469;p7"/>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470" name="Google Shape;470;p7"/>
          <p:cNvSpPr/>
          <p:nvPr/>
        </p:nvSpPr>
        <p:spPr>
          <a:xfrm>
            <a:off x="15982950" y="38100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01</a:t>
            </a:r>
            <a:endParaRPr/>
          </a:p>
        </p:txBody>
      </p:sp>
      <p:sp>
        <p:nvSpPr>
          <p:cNvPr id="471" name="Google Shape;471;p7"/>
          <p:cNvSpPr/>
          <p:nvPr/>
        </p:nvSpPr>
        <p:spPr>
          <a:xfrm>
            <a:off x="8458200" y="38100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المحتوى</a:t>
            </a:r>
            <a:endParaRPr/>
          </a:p>
        </p:txBody>
      </p:sp>
      <p:sp>
        <p:nvSpPr>
          <p:cNvPr id="472" name="Google Shape;472;p7"/>
          <p:cNvSpPr/>
          <p:nvPr/>
        </p:nvSpPr>
        <p:spPr>
          <a:xfrm>
            <a:off x="15982950" y="50482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02</a:t>
            </a:r>
            <a:endParaRPr/>
          </a:p>
        </p:txBody>
      </p:sp>
      <p:sp>
        <p:nvSpPr>
          <p:cNvPr id="473" name="Google Shape;473;p7"/>
          <p:cNvSpPr/>
          <p:nvPr/>
        </p:nvSpPr>
        <p:spPr>
          <a:xfrm>
            <a:off x="8458200" y="50482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الوضوح</a:t>
            </a:r>
            <a:endParaRPr/>
          </a:p>
        </p:txBody>
      </p:sp>
      <p:sp>
        <p:nvSpPr>
          <p:cNvPr id="474" name="Google Shape;474;p7"/>
          <p:cNvSpPr/>
          <p:nvPr/>
        </p:nvSpPr>
        <p:spPr>
          <a:xfrm>
            <a:off x="15982950" y="628650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03</a:t>
            </a:r>
            <a:endParaRPr/>
          </a:p>
        </p:txBody>
      </p:sp>
      <p:sp>
        <p:nvSpPr>
          <p:cNvPr id="475" name="Google Shape;475;p7"/>
          <p:cNvSpPr/>
          <p:nvPr/>
        </p:nvSpPr>
        <p:spPr>
          <a:xfrm>
            <a:off x="8458200" y="628650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الدقة</a:t>
            </a:r>
            <a:endParaRPr/>
          </a:p>
        </p:txBody>
      </p:sp>
      <p:sp>
        <p:nvSpPr>
          <p:cNvPr id="476" name="Google Shape;476;p7"/>
          <p:cNvSpPr/>
          <p:nvPr/>
        </p:nvSpPr>
        <p:spPr>
          <a:xfrm>
            <a:off x="15982950" y="7524750"/>
            <a:ext cx="857400" cy="590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lang="ar-SA" sz="3000">
                <a:solidFill>
                  <a:srgbClr val="6150EA"/>
                </a:solidFill>
                <a:latin typeface="Readex Pro"/>
                <a:ea typeface="Readex Pro"/>
                <a:cs typeface="Readex Pro"/>
                <a:sym typeface="Readex Pro"/>
              </a:rPr>
              <a:t>04</a:t>
            </a:r>
            <a:endParaRPr/>
          </a:p>
        </p:txBody>
      </p:sp>
      <p:sp>
        <p:nvSpPr>
          <p:cNvPr id="477" name="Google Shape;477;p7"/>
          <p:cNvSpPr/>
          <p:nvPr/>
        </p:nvSpPr>
        <p:spPr>
          <a:xfrm>
            <a:off x="8458200" y="7524750"/>
            <a:ext cx="7143900" cy="5907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2700">
                <a:solidFill>
                  <a:srgbClr val="12183F"/>
                </a:solidFill>
                <a:latin typeface="Readex Pro"/>
                <a:ea typeface="Readex Pro"/>
                <a:cs typeface="Readex Pro"/>
                <a:sym typeface="Readex Pro"/>
              </a:rPr>
              <a:t>ملف التسليم</a:t>
            </a:r>
            <a:endParaRPr/>
          </a:p>
        </p:txBody>
      </p:sp>
      <p:sp>
        <p:nvSpPr>
          <p:cNvPr id="478" name="Google Shape;478;p7"/>
          <p:cNvSpPr/>
          <p:nvPr/>
        </p:nvSpPr>
        <p:spPr>
          <a:xfrm>
            <a:off x="1409700" y="8858250"/>
            <a:ext cx="15430500" cy="6096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950">
                <a:solidFill>
                  <a:srgbClr val="6150EA"/>
                </a:solidFill>
                <a:latin typeface="Readex Pro"/>
                <a:ea typeface="Readex Pro"/>
                <a:cs typeface="Readex Pro"/>
                <a:sym typeface="Readex Pro"/>
              </a:rPr>
              <a:t>ترتيب مقترح: المشكلة، الحل، آلية العمل، النموذج، الأثر، الفريق. اتبع متطلبات المنظم عند التسليم.</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[اسم المشروع]</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[وصف الفكرة في سطرين]</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[اسم الفريق أو الجهة]</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[تاريخ العرض]</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97" name="Shape 497"/>
        <p:cNvGrpSpPr/>
        <p:nvPr/>
      </p:nvGrpSpPr>
      <p:grpSpPr>
        <a:xfrm>
          <a:off x="0" y="0"/>
          <a:ext cx="0" cy="0"/>
          <a:chOff x="0" y="0"/>
          <a:chExt cx="0" cy="0"/>
        </a:xfrm>
      </p:grpSpPr>
      <p:pic>
        <p:nvPicPr>
          <p:cNvPr id="498" name="Google Shape;498;p9"/>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99" name="Google Shape;499;p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00" name="Google Shape;500;p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01" name="Google Shape;501;p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محتويات العرض</a:t>
            </a:r>
            <a:endParaRPr/>
          </a:p>
        </p:txBody>
      </p:sp>
      <p:sp>
        <p:nvSpPr>
          <p:cNvPr id="502" name="Google Shape;502;p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03" name="Google Shape;503;p9"/>
          <p:cNvSpPr txBox="1"/>
          <p:nvPr>
            <p:ph idx="2" type="body"/>
          </p:nvPr>
        </p:nvSpPr>
        <p:spPr>
          <a:xfrm>
            <a:off x="12077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504" name="Google Shape;504;p9"/>
          <p:cNvSpPr txBox="1"/>
          <p:nvPr>
            <p:ph idx="3" type="body"/>
          </p:nvPr>
        </p:nvSpPr>
        <p:spPr>
          <a:xfrm>
            <a:off x="12077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الأول]</a:t>
            </a:r>
            <a:endParaRPr/>
          </a:p>
        </p:txBody>
      </p:sp>
      <p:sp>
        <p:nvSpPr>
          <p:cNvPr id="505" name="Google Shape;505;p9"/>
          <p:cNvSpPr txBox="1"/>
          <p:nvPr>
            <p:ph idx="4" type="body"/>
          </p:nvPr>
        </p:nvSpPr>
        <p:spPr>
          <a:xfrm>
            <a:off x="12077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[موضوع القسم باختصار]</a:t>
            </a:r>
            <a:endParaRPr/>
          </a:p>
        </p:txBody>
      </p:sp>
      <p:sp>
        <p:nvSpPr>
          <p:cNvPr id="506" name="Google Shape;506;p9"/>
          <p:cNvSpPr txBox="1"/>
          <p:nvPr>
            <p:ph idx="5" type="body"/>
          </p:nvPr>
        </p:nvSpPr>
        <p:spPr>
          <a:xfrm>
            <a:off x="6743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507" name="Google Shape;507;p9"/>
          <p:cNvSpPr txBox="1"/>
          <p:nvPr>
            <p:ph idx="6" type="body"/>
          </p:nvPr>
        </p:nvSpPr>
        <p:spPr>
          <a:xfrm>
            <a:off x="6743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الثاني]</a:t>
            </a:r>
            <a:endParaRPr/>
          </a:p>
        </p:txBody>
      </p:sp>
      <p:sp>
        <p:nvSpPr>
          <p:cNvPr id="508" name="Google Shape;508;p9"/>
          <p:cNvSpPr txBox="1"/>
          <p:nvPr>
            <p:ph idx="7" type="body"/>
          </p:nvPr>
        </p:nvSpPr>
        <p:spPr>
          <a:xfrm>
            <a:off x="6743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09" name="Google Shape;509;p9"/>
          <p:cNvSpPr txBox="1"/>
          <p:nvPr>
            <p:ph idx="8" type="body"/>
          </p:nvPr>
        </p:nvSpPr>
        <p:spPr>
          <a:xfrm>
            <a:off x="1409700" y="3857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510" name="Google Shape;510;p9"/>
          <p:cNvSpPr txBox="1"/>
          <p:nvPr>
            <p:ph idx="9" type="body"/>
          </p:nvPr>
        </p:nvSpPr>
        <p:spPr>
          <a:xfrm>
            <a:off x="1409700" y="4724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الثالث]</a:t>
            </a:r>
            <a:endParaRPr/>
          </a:p>
        </p:txBody>
      </p:sp>
      <p:sp>
        <p:nvSpPr>
          <p:cNvPr id="511" name="Google Shape;511;p9"/>
          <p:cNvSpPr txBox="1"/>
          <p:nvPr>
            <p:ph idx="13" type="body"/>
          </p:nvPr>
        </p:nvSpPr>
        <p:spPr>
          <a:xfrm>
            <a:off x="1409700" y="5419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2" name="Google Shape;512;p9"/>
          <p:cNvSpPr txBox="1"/>
          <p:nvPr>
            <p:ph idx="14" type="body"/>
          </p:nvPr>
        </p:nvSpPr>
        <p:spPr>
          <a:xfrm>
            <a:off x="12077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513" name="Google Shape;513;p9"/>
          <p:cNvSpPr txBox="1"/>
          <p:nvPr>
            <p:ph idx="15" type="body"/>
          </p:nvPr>
        </p:nvSpPr>
        <p:spPr>
          <a:xfrm>
            <a:off x="12077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الرابع]</a:t>
            </a:r>
            <a:endParaRPr/>
          </a:p>
        </p:txBody>
      </p:sp>
      <p:sp>
        <p:nvSpPr>
          <p:cNvPr id="514" name="Google Shape;514;p9"/>
          <p:cNvSpPr txBox="1"/>
          <p:nvPr>
            <p:ph idx="16" type="body"/>
          </p:nvPr>
        </p:nvSpPr>
        <p:spPr>
          <a:xfrm>
            <a:off x="12077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5" name="Google Shape;515;p9"/>
          <p:cNvSpPr txBox="1"/>
          <p:nvPr>
            <p:ph idx="17" type="body"/>
          </p:nvPr>
        </p:nvSpPr>
        <p:spPr>
          <a:xfrm>
            <a:off x="6743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516" name="Google Shape;516;p9"/>
          <p:cNvSpPr txBox="1"/>
          <p:nvPr>
            <p:ph idx="18" type="body"/>
          </p:nvPr>
        </p:nvSpPr>
        <p:spPr>
          <a:xfrm>
            <a:off x="6743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الخامس]</a:t>
            </a:r>
            <a:endParaRPr/>
          </a:p>
        </p:txBody>
      </p:sp>
      <p:sp>
        <p:nvSpPr>
          <p:cNvPr id="517" name="Google Shape;517;p9"/>
          <p:cNvSpPr txBox="1"/>
          <p:nvPr>
            <p:ph idx="19" type="body"/>
          </p:nvPr>
        </p:nvSpPr>
        <p:spPr>
          <a:xfrm>
            <a:off x="6743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
        <p:nvSpPr>
          <p:cNvPr id="518" name="Google Shape;518;p9"/>
          <p:cNvSpPr txBox="1"/>
          <p:nvPr>
            <p:ph idx="20" type="body"/>
          </p:nvPr>
        </p:nvSpPr>
        <p:spPr>
          <a:xfrm>
            <a:off x="1409700" y="6524625"/>
            <a:ext cx="4476900" cy="7239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06</a:t>
            </a:r>
            <a:endParaRPr/>
          </a:p>
        </p:txBody>
      </p:sp>
      <p:sp>
        <p:nvSpPr>
          <p:cNvPr id="519" name="Google Shape;519;p9"/>
          <p:cNvSpPr txBox="1"/>
          <p:nvPr>
            <p:ph idx="21" type="body"/>
          </p:nvPr>
        </p:nvSpPr>
        <p:spPr>
          <a:xfrm>
            <a:off x="1409700" y="7391400"/>
            <a:ext cx="4476900" cy="619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F2F4FF"/>
                </a:solidFill>
                <a:latin typeface="Readex Pro"/>
                <a:ea typeface="Readex Pro"/>
                <a:cs typeface="Readex Pro"/>
                <a:sym typeface="Readex Pro"/>
              </a:rPr>
              <a:t>[القسم السادس]</a:t>
            </a:r>
            <a:endParaRPr/>
          </a:p>
        </p:txBody>
      </p:sp>
      <p:sp>
        <p:nvSpPr>
          <p:cNvPr id="520" name="Google Shape;520;p9"/>
          <p:cNvSpPr txBox="1"/>
          <p:nvPr>
            <p:ph idx="22" type="body"/>
          </p:nvPr>
        </p:nvSpPr>
        <p:spPr>
          <a:xfrm>
            <a:off x="1409700" y="8086725"/>
            <a:ext cx="4476900" cy="781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lang="ar-SA" sz="2250">
                <a:solidFill>
                  <a:srgbClr val="CBCFE6"/>
                </a:solidFill>
                <a:latin typeface="Readex Pro Light"/>
                <a:ea typeface="Readex Pro Light"/>
                <a:cs typeface="Readex Pro Light"/>
                <a:sym typeface="Readex Pro Light"/>
              </a:rPr>
              <a:t>[موضوع القسم باختصار]</a:t>
            </a:r>
            <a:endParaRPr>
              <a:latin typeface="Readex Pro Light"/>
              <a:ea typeface="Readex Pro Light"/>
              <a:cs typeface="Readex Pro Light"/>
              <a:sym typeface="Readex Pr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25" name="Shape 525"/>
        <p:cNvGrpSpPr/>
        <p:nvPr/>
      </p:nvGrpSpPr>
      <p:grpSpPr>
        <a:xfrm>
          <a:off x="0" y="0"/>
          <a:ext cx="0" cy="0"/>
          <a:chOff x="0" y="0"/>
          <a:chExt cx="0" cy="0"/>
        </a:xfrm>
      </p:grpSpPr>
      <p:pic>
        <p:nvPicPr>
          <p:cNvPr id="526" name="Google Shape;526;p10"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527" name="Google Shape;527;p10"/>
          <p:cNvSpPr txBox="1"/>
          <p:nvPr>
            <p:ph idx="1" type="body"/>
          </p:nvPr>
        </p:nvSpPr>
        <p:spPr>
          <a:xfrm>
            <a:off x="13125450" y="3143250"/>
            <a:ext cx="3619500" cy="12384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400"/>
              <a:buNone/>
            </a:pPr>
            <a:r>
              <a:rPr b="1" lang="ar-SA" sz="8400">
                <a:solidFill>
                  <a:srgbClr val="2EF2C2"/>
                </a:solidFill>
                <a:latin typeface="Readex Pro"/>
                <a:ea typeface="Readex Pro"/>
                <a:cs typeface="Readex Pro"/>
                <a:sym typeface="Readex Pro"/>
              </a:rPr>
              <a:t>01</a:t>
            </a:r>
            <a:endParaRPr/>
          </a:p>
        </p:txBody>
      </p:sp>
      <p:sp>
        <p:nvSpPr>
          <p:cNvPr id="528" name="Google Shape;528;p10"/>
          <p:cNvSpPr txBox="1"/>
          <p:nvPr>
            <p:ph type="title"/>
          </p:nvPr>
        </p:nvSpPr>
        <p:spPr>
          <a:xfrm>
            <a:off x="9179000" y="4810125"/>
            <a:ext cx="7566000" cy="1238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000"/>
              <a:buNone/>
            </a:pPr>
            <a:r>
              <a:rPr b="1" lang="ar-SA" sz="6000">
                <a:solidFill>
                  <a:srgbClr val="F2F4FF"/>
                </a:solidFill>
                <a:latin typeface="Readex Pro"/>
                <a:ea typeface="Readex Pro"/>
                <a:cs typeface="Readex Pro"/>
                <a:sym typeface="Readex Pro"/>
              </a:rPr>
              <a:t>[عنوان القسم]</a:t>
            </a:r>
            <a:endParaRPr/>
          </a:p>
        </p:txBody>
      </p:sp>
      <p:sp>
        <p:nvSpPr>
          <p:cNvPr id="529" name="Google Shape;529;p10"/>
          <p:cNvSpPr txBox="1"/>
          <p:nvPr>
            <p:ph idx="2" type="body"/>
          </p:nvPr>
        </p:nvSpPr>
        <p:spPr>
          <a:xfrm>
            <a:off x="9729275" y="6572250"/>
            <a:ext cx="7015500" cy="675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0" lang="ar-SA" sz="2850">
                <a:solidFill>
                  <a:srgbClr val="CBCFE6"/>
                </a:solidFill>
                <a:latin typeface="Readex Pro"/>
                <a:ea typeface="Readex Pro"/>
                <a:cs typeface="Readex Pro"/>
                <a:sym typeface="Readex Pro"/>
              </a:rPr>
              <a:t>[جملة تمهيدية تصف محتوى القسم]</a:t>
            </a:r>
            <a:endParaRPr/>
          </a:p>
        </p:txBody>
      </p:sp>
      <p:pic>
        <p:nvPicPr>
          <p:cNvPr id="530" name="Google Shape;530;p1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الشريحة]</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[فكرة واحدة تشرح ما سيقرأه الجمهور]</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الأولى]</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الثانية]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الثالثة]</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[النقطة الرابعة]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[شرح قصير يدعم الفكرة مع دليل أو مثال]</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55" name="Shape 555"/>
        <p:cNvGrpSpPr/>
        <p:nvPr/>
      </p:nvGrpSpPr>
      <p:grpSpPr>
        <a:xfrm>
          <a:off x="0" y="0"/>
          <a:ext cx="0" cy="0"/>
          <a:chOff x="0" y="0"/>
          <a:chExt cx="0" cy="0"/>
        </a:xfrm>
      </p:grpSpPr>
      <p:pic>
        <p:nvPicPr>
          <p:cNvPr id="556" name="Google Shape;556;p12"/>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57" name="Google Shape;557;p12"/>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8" name="Google Shape;558;p12"/>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59" name="Google Shape;559;p12"/>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60" name="Google Shape;560;p12"/>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النص]</a:t>
            </a:r>
            <a:endParaRPr/>
          </a:p>
        </p:txBody>
      </p:sp>
      <p:sp>
        <p:nvSpPr>
          <p:cNvPr id="561" name="Google Shape;561;p1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62" name="Google Shape;562;p12"/>
          <p:cNvSpPr txBox="1"/>
          <p:nvPr>
            <p:ph idx="2" type="body"/>
          </p:nvPr>
        </p:nvSpPr>
        <p:spPr>
          <a:xfrm>
            <a:off x="5886450" y="3604500"/>
            <a:ext cx="10953900" cy="22398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3225"/>
              <a:buNone/>
            </a:pPr>
            <a:r>
              <a:rPr lang="ar-SA" sz="3225">
                <a:solidFill>
                  <a:srgbClr val="F2F4FF"/>
                </a:solidFill>
                <a:latin typeface="Readex Pro Light"/>
                <a:ea typeface="Readex Pro Light"/>
                <a:cs typeface="Readex Pro Light"/>
                <a:sym typeface="Readex Pro Light"/>
              </a:rPr>
              <a:t>[فقرة رئيسية توضّح الفكرة وتربطها بالمشكلة التي يعالجها المشروع. اذكر ما يحتاج الجمهور إلى فهمه، واترك التفاصيل الإضافية للشرح الشفهي.]</a:t>
            </a:r>
            <a:endParaRPr>
              <a:latin typeface="Readex Pro Light"/>
              <a:ea typeface="Readex Pro Light"/>
              <a:cs typeface="Readex Pro Light"/>
              <a:sym typeface="Readex Pro Light"/>
            </a:endParaRPr>
          </a:p>
        </p:txBody>
      </p:sp>
      <p:sp>
        <p:nvSpPr>
          <p:cNvPr id="563" name="Google Shape;563;p12"/>
          <p:cNvSpPr txBox="1"/>
          <p:nvPr>
            <p:ph idx="3" type="body"/>
          </p:nvPr>
        </p:nvSpPr>
        <p:spPr>
          <a:xfrm>
            <a:off x="5886450" y="7239000"/>
            <a:ext cx="1095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700"/>
              <a:buNone/>
            </a:pPr>
            <a:r>
              <a:rPr b="1" lang="ar-SA" sz="2700">
                <a:solidFill>
                  <a:srgbClr val="2EF2C2"/>
                </a:solidFill>
                <a:latin typeface="Readex Pro"/>
                <a:ea typeface="Readex Pro"/>
                <a:cs typeface="Readex Pro"/>
                <a:sym typeface="Readex Pro"/>
              </a:rPr>
              <a:t>[عنوان داعم]</a:t>
            </a:r>
            <a:endParaRPr/>
          </a:p>
        </p:txBody>
      </p:sp>
      <p:sp>
        <p:nvSpPr>
          <p:cNvPr id="564" name="Google Shape;564;p12"/>
          <p:cNvSpPr txBox="1"/>
          <p:nvPr>
            <p:ph idx="4" type="body"/>
          </p:nvPr>
        </p:nvSpPr>
        <p:spPr>
          <a:xfrm>
            <a:off x="5886450" y="8001000"/>
            <a:ext cx="10953900" cy="857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[دليل مختصر أو ملاحظة تكمّل الفكرة]</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يشرح الصورة]</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76" name="Google Shape;576;p13"/>
          <p:cNvSpPr/>
          <p:nvPr>
            <p:ph idx="2" type="pic"/>
          </p:nvPr>
        </p:nvSpPr>
        <p:spPr>
          <a:xfrm>
            <a:off x="1428750" y="4048125"/>
            <a:ext cx="8382000" cy="4714800"/>
          </a:xfrm>
          <a:prstGeom prst="rect">
            <a:avLst/>
          </a:prstGeom>
          <a:solidFill>
            <a:srgbClr val="161D48"/>
          </a:solidFill>
          <a:ln cap="flat" cmpd="sng" w="11425">
            <a:solidFill>
              <a:srgbClr val="4A5590"/>
            </a:solidFill>
            <a:prstDash val="solid"/>
            <a:round/>
            <a:headEnd len="sm" w="sm" type="none"/>
            <a:tailEnd len="sm" w="sm" type="none"/>
          </a:ln>
        </p:spPr>
      </p:sp>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نراه؟]</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[اشرح ما تُظهره الصورة وكيف يدعم ذلك فكرة المشروع.]</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[ما الذي يهم المستخدم؟]</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[اذكر الفائدة أو النتيجة التي يوضحها هذا المثال.]</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يشرح الصورة المربعة]</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92" name="Google Shape;592;p14"/>
          <p:cNvSpPr/>
          <p:nvPr>
            <p:ph idx="2" type="pic"/>
          </p:nvPr>
        </p:nvSpPr>
        <p:spPr>
          <a:xfrm>
            <a:off x="2190750" y="2999025"/>
            <a:ext cx="5715000" cy="5715000"/>
          </a:xfrm>
          <a:prstGeom prst="roundRect">
            <a:avLst>
              <a:gd fmla="val 4285" name="adj"/>
            </a:avLst>
          </a:prstGeom>
          <a:solidFill>
            <a:srgbClr val="161D48"/>
          </a:solidFill>
          <a:ln cap="flat" cmpd="sng" w="11425">
            <a:solidFill>
              <a:srgbClr val="4A5590"/>
            </a:solidFill>
            <a:prstDash val="solid"/>
            <a:round/>
            <a:headEnd len="sm" w="sm" type="none"/>
            <a:tailEnd len="sm" w="sm" type="none"/>
          </a:ln>
        </p:spPr>
      </p:sp>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b="1" lang="ar-SA" sz="3450">
                <a:solidFill>
                  <a:srgbClr val="2EF2C2"/>
                </a:solidFill>
                <a:latin typeface="Readex Pro"/>
                <a:ea typeface="Readex Pro"/>
                <a:cs typeface="Readex Pro"/>
                <a:sym typeface="Readex Pro"/>
              </a:rPr>
              <a:t>[الفكرة الرئيسية]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lang="ar-SA" sz="2850">
                <a:solidFill>
                  <a:srgbClr val="F2F4FF"/>
                </a:solidFill>
                <a:latin typeface="Readex Pro Light"/>
                <a:ea typeface="Readex Pro Light"/>
                <a:cs typeface="Readex Pro Light"/>
                <a:sym typeface="Readex Pro Light"/>
              </a:rPr>
              <a:t>[نص موجز يوضح ما في الصورة، ولماذا أضفتها إلى العرض. ركّز على رسالة واحدة يمكن فهمها سريعًا.]</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b="0" lang="ar-SA" sz="1950">
                <a:solidFill>
                  <a:srgbClr val="CBCFE6"/>
                </a:solidFill>
                <a:latin typeface="Readex Pro"/>
                <a:ea typeface="Readex Pro"/>
                <a:cs typeface="Readex Pro"/>
                <a:sym typeface="Readex Pro"/>
              </a:rPr>
              <a:t>[تعليق أو مصدر الصورة]</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[الأثر أو المؤشرات]</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[الفترة أو عينة القياس]</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[قيمة]</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[اسم المؤشر]</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[وحدة القياس]</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[مصدر البيانات وتاريخها]</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4FF"/>
        </a:solidFill>
      </p:bgPr>
    </p:bg>
    <p:spTree>
      <p:nvGrpSpPr>
        <p:cNvPr id="625" name="Shape 625"/>
        <p:cNvGrpSpPr/>
        <p:nvPr/>
      </p:nvGrpSpPr>
      <p:grpSpPr>
        <a:xfrm>
          <a:off x="0" y="0"/>
          <a:ext cx="0" cy="0"/>
          <a:chOff x="0" y="0"/>
          <a:chExt cx="0" cy="0"/>
        </a:xfrm>
      </p:grpSpPr>
      <p:pic>
        <p:nvPicPr>
          <p:cNvPr id="626" name="Google Shape;626;p16"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627" name="Google Shape;627;p1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628" name="Google Shape;628;p16"/>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[رسالة رئيسية</a:t>
            </a:r>
            <a:endParaRPr/>
          </a:p>
          <a:p>
            <a:pPr indent="0" lvl="0" marL="0" rtl="1" algn="ctr">
              <a:lnSpc>
                <a:spcPct val="100000"/>
              </a:lnSpc>
              <a:spcBef>
                <a:spcPts val="0"/>
              </a:spcBef>
              <a:spcAft>
                <a:spcPts val="0"/>
              </a:spcAft>
              <a:buSzPts val="5550"/>
              <a:buNone/>
            </a:pPr>
            <a:r>
              <a:rPr b="1" lang="ar-SA" sz="5550">
                <a:solidFill>
                  <a:srgbClr val="12183F"/>
                </a:solidFill>
                <a:latin typeface="Readex Pro"/>
                <a:ea typeface="Readex Pro"/>
                <a:cs typeface="Readex Pro"/>
                <a:sym typeface="Readex Pro"/>
              </a:rPr>
              <a:t>تريد أن يتذكرها الجمهور]</a:t>
            </a:r>
            <a:endParaRPr/>
          </a:p>
        </p:txBody>
      </p:sp>
      <p:sp>
        <p:nvSpPr>
          <p:cNvPr id="629" name="Google Shape;629;p16"/>
          <p:cNvSpPr txBox="1"/>
          <p:nvPr>
            <p:ph idx="1" type="body"/>
          </p:nvPr>
        </p:nvSpPr>
        <p:spPr>
          <a:xfrm>
            <a:off x="4202375" y="6905625"/>
            <a:ext cx="10752000" cy="5667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6150EA"/>
                </a:solidFill>
                <a:latin typeface="Readex Pro"/>
                <a:ea typeface="Readex Pro"/>
                <a:cs typeface="Readex Pro"/>
                <a:sym typeface="Readex Pro"/>
              </a:rPr>
              <a:t>[سطر داعم أو اسم صاحب الاقتباس]</a:t>
            </a:r>
            <a:endParaRPr/>
          </a:p>
        </p:txBody>
      </p:sp>
      <p:sp>
        <p:nvSpPr>
          <p:cNvPr id="630" name="Google Shape;630;p16"/>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1950"/>
              <a:buNone/>
            </a:pPr>
            <a:r>
              <a:rPr b="0" lang="ar-SA" sz="1950">
                <a:solidFill>
                  <a:srgbClr val="4A5590"/>
                </a:solidFill>
                <a:latin typeface="Readex Pro"/>
                <a:ea typeface="Readex Pro"/>
                <a:cs typeface="Readex Pro"/>
                <a:sym typeface="Readex Pro"/>
              </a:rPr>
              <a:t>[المصدر عند استخدام اقتباس]</a:t>
            </a:r>
            <a:endParaRPr/>
          </a:p>
        </p:txBody>
      </p:sp>
      <p:pic>
        <p:nvPicPr>
          <p:cNvPr id="631" name="Google Shape;631;p16"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الجدول أو المقارنة]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مختصر للمقارنة أو البيانات]</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المسؤول أو الحالة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التفاصيل</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البند</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1]</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2]</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3]</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[قيمة]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[مسؤول أو حالة]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[تفاصيل مختصرة]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[البند 4]</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[مصدر البيانات أو ملاحظة ضرورية]</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[خطة التنفيذ]</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[الفترة التي تغطيها الخطة]</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[المرحلة]</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[الفترة]</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[مخرج المرحلة]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[اسم الفريق]</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3" name="Google Shape;693;p19"/>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6" name="Google Shape;696;p19"/>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9" name="Google Shape;699;p19"/>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702" name="Google Shape;702;p19"/>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[اسم العضو]</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[دوره في المشروع]</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pic>
        <p:nvPicPr>
          <p:cNvPr id="709" name="Google Shape;709;p2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710" name="Google Shape;710;p2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[اسم القسم]</a:t>
            </a:r>
            <a:endParaRPr/>
          </a:p>
        </p:txBody>
      </p:sp>
      <p:sp>
        <p:nvSpPr>
          <p:cNvPr id="711" name="Google Shape;711;p20"/>
          <p:cNvSpPr txBox="1"/>
          <p:nvPr>
            <p:ph type="title"/>
          </p:nvPr>
        </p:nvSpPr>
        <p:spPr>
          <a:xfrm>
            <a:off x="6637950" y="1809750"/>
            <a:ext cx="102024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[عنوان الشريحة الفاتحة]</a:t>
            </a:r>
            <a:endParaRPr/>
          </a:p>
        </p:txBody>
      </p:sp>
      <p:sp>
        <p:nvSpPr>
          <p:cNvPr id="712" name="Google Shape;712;p20"/>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[فكرة واحدة تشرح المحتوى]</a:t>
            </a:r>
            <a:endParaRPr/>
          </a:p>
        </p:txBody>
      </p:sp>
      <p:sp>
        <p:nvSpPr>
          <p:cNvPr id="713" name="Google Shape;713;p2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
        <p:nvSpPr>
          <p:cNvPr id="714" name="Google Shape;714;p20"/>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الأولى]</a:t>
            </a:r>
            <a:endParaRPr/>
          </a:p>
        </p:txBody>
      </p:sp>
      <p:sp>
        <p:nvSpPr>
          <p:cNvPr id="715" name="Google Shape;715;p20"/>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16" name="Google Shape;716;p20"/>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الثانية]</a:t>
            </a:r>
            <a:endParaRPr/>
          </a:p>
        </p:txBody>
      </p:sp>
      <p:sp>
        <p:nvSpPr>
          <p:cNvPr id="717" name="Google Shape;717;p20"/>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18" name="Google Shape;718;p20"/>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الثالثة]</a:t>
            </a:r>
            <a:endParaRPr/>
          </a:p>
        </p:txBody>
      </p:sp>
      <p:sp>
        <p:nvSpPr>
          <p:cNvPr id="719" name="Google Shape;719;p20"/>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sp>
        <p:nvSpPr>
          <p:cNvPr id="720" name="Google Shape;720;p20"/>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12183F"/>
                </a:solidFill>
                <a:latin typeface="Readex Pro"/>
                <a:ea typeface="Readex Pro"/>
                <a:cs typeface="Readex Pro"/>
                <a:sym typeface="Readex Pro"/>
              </a:rPr>
              <a:t>[النقطة الرابعة]</a:t>
            </a:r>
            <a:endParaRPr/>
          </a:p>
        </p:txBody>
      </p:sp>
      <p:sp>
        <p:nvSpPr>
          <p:cNvPr id="721" name="Google Shape;721;p20"/>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4A5590"/>
                </a:solidFill>
                <a:latin typeface="Readex Pro"/>
                <a:ea typeface="Readex Pro"/>
                <a:cs typeface="Readex Pro"/>
                <a:sym typeface="Readex Pro"/>
              </a:rPr>
              <a:t>[شرح مختصر أو دليل على الفكرة]</a:t>
            </a:r>
            <a:endParaRPr/>
          </a:p>
        </p:txBody>
      </p:sp>
      <p:pic>
        <p:nvPicPr>
          <p:cNvPr id="722" name="Google Shape;722;p2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التفاصيل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البند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1]</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2]</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3]</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[الموعد]</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[اسم المسؤول]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[تفاصيل مختصرة]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[البند 4]</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[اسم القسم]</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[عنوان الجدول التفصيلي]</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[وصف مختصر للمقارنة أو البيانات]</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[مصدر البيانات أو ملاحظة ضرورية]</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pic>
        <p:nvPicPr>
          <p:cNvPr id="741" name="Google Shape;741;g3fa608e3085_0_0"/>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42" name="Google Shape;742;g3fa608e3085_0_0"/>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743" name="Google Shape;743;g3fa608e3085_0_0"/>
          <p:cNvSpPr txBox="1"/>
          <p:nvPr>
            <p:ph type="title"/>
          </p:nvPr>
        </p:nvSpPr>
        <p:spPr>
          <a:xfrm>
            <a:off x="1409700" y="15811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المقارنة بالأعمدة]</a:t>
            </a:r>
            <a:endParaRPr/>
          </a:p>
        </p:txBody>
      </p:sp>
      <p:sp>
        <p:nvSpPr>
          <p:cNvPr id="744" name="Google Shape;744;g3fa608e3085_0_0"/>
          <p:cNvSpPr txBox="1"/>
          <p:nvPr>
            <p:ph idx="2" type="body"/>
          </p:nvPr>
        </p:nvSpPr>
        <p:spPr>
          <a:xfrm>
            <a:off x="1409700" y="2324100"/>
            <a:ext cx="15430500" cy="685800"/>
          </a:xfrm>
          <a:prstGeom prst="rect">
            <a:avLst/>
          </a:prstGeom>
          <a:noFill/>
          <a:ln>
            <a:noFill/>
          </a:ln>
        </p:spPr>
        <p:txBody>
          <a:bodyPr anchorCtr="0" anchor="ctr"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بيانات توضيحية للتعديل</a:t>
            </a:r>
            <a:endParaRPr/>
          </a:p>
        </p:txBody>
      </p:sp>
      <p:sp>
        <p:nvSpPr>
          <p:cNvPr id="745" name="Google Shape;745;g3fa608e3085_0_0"/>
          <p:cNvSpPr txBox="1"/>
          <p:nvPr>
            <p:ph idx="12" type="sldNum"/>
          </p:nvPr>
        </p:nvSpPr>
        <p:spPr>
          <a:xfrm>
            <a:off x="1066800" y="9467850"/>
            <a:ext cx="952500" cy="40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46" name="Google Shape;746;g3fa608e3085_0_0"/>
          <p:cNvSpPr txBox="1"/>
          <p:nvPr>
            <p:ph idx="3" type="body"/>
          </p:nvPr>
        </p:nvSpPr>
        <p:spPr>
          <a:xfrm>
            <a:off x="2095500" y="8905875"/>
            <a:ext cx="141921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[الوحدة]    [المصدر والفترة]</a:t>
            </a:r>
            <a:endParaRPr/>
          </a:p>
        </p:txBody>
      </p:sp>
      <p:sp>
        <p:nvSpPr>
          <p:cNvPr id="747" name="Google Shape;747;g3fa608e3085_0_0"/>
          <p:cNvSpPr txBox="1"/>
          <p:nvPr/>
        </p:nvSpPr>
        <p:spPr>
          <a:xfrm>
            <a:off x="2095308" y="8033292"/>
            <a:ext cx="14685648" cy="490752"/>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بيانات توضيحية للتعديل</a:t>
            </a:r>
            <a:endParaRPr sz="1451">
              <a:solidFill>
                <a:srgbClr val="FFFFFF"/>
              </a:solidFill>
              <a:latin typeface="Readex Pro SemiBold"/>
              <a:ea typeface="Readex Pro SemiBold"/>
              <a:cs typeface="Readex Pro SemiBold"/>
              <a:sym typeface="Readex Pro SemiBold"/>
            </a:endParaRPr>
          </a:p>
        </p:txBody>
      </p:sp>
      <p:grpSp>
        <p:nvGrpSpPr>
          <p:cNvPr id="748" name="Google Shape;748;g3fa608e3085_0_0"/>
          <p:cNvGrpSpPr/>
          <p:nvPr/>
        </p:nvGrpSpPr>
        <p:grpSpPr>
          <a:xfrm>
            <a:off x="5783050" y="6309900"/>
            <a:ext cx="1723097" cy="1558652"/>
            <a:chOff x="7838420" y="2860757"/>
            <a:chExt cx="144600" cy="1073822"/>
          </a:xfrm>
        </p:grpSpPr>
        <p:grpSp>
          <p:nvGrpSpPr>
            <p:cNvPr id="749" name="Google Shape;749;g3fa608e3085_0_0"/>
            <p:cNvGrpSpPr/>
            <p:nvPr/>
          </p:nvGrpSpPr>
          <p:grpSpPr>
            <a:xfrm>
              <a:off x="7838420" y="3212056"/>
              <a:ext cx="144600" cy="722523"/>
              <a:chOff x="7838420" y="3212056"/>
              <a:chExt cx="144600" cy="722523"/>
            </a:xfrm>
          </p:grpSpPr>
          <p:sp>
            <p:nvSpPr>
              <p:cNvPr id="750" name="Google Shape;750;g3fa608e3085_0_0"/>
              <p:cNvSpPr/>
              <p:nvPr/>
            </p:nvSpPr>
            <p:spPr>
              <a:xfrm>
                <a:off x="7838420" y="3212056"/>
                <a:ext cx="144600" cy="722400"/>
              </a:xfrm>
              <a:prstGeom prst="roundRect">
                <a:avLst>
                  <a:gd fmla="val 16667" name="adj"/>
                </a:avLst>
              </a:prstGeom>
              <a:solidFill>
                <a:srgbClr val="E0D9FB"/>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1" name="Google Shape;75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2" name="Google Shape;752;g3fa608e3085_0_0"/>
            <p:cNvSpPr txBox="1"/>
            <p:nvPr/>
          </p:nvSpPr>
          <p:spPr>
            <a:xfrm>
              <a:off x="7838420" y="2860757"/>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20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3" name="Google Shape;753;g3fa608e3085_0_0"/>
          <p:cNvGrpSpPr/>
          <p:nvPr/>
        </p:nvGrpSpPr>
        <p:grpSpPr>
          <a:xfrm>
            <a:off x="2888200" y="6843825"/>
            <a:ext cx="1723200" cy="1024727"/>
            <a:chOff x="2888200" y="6843825"/>
            <a:chExt cx="1723200" cy="1024727"/>
          </a:xfrm>
        </p:grpSpPr>
        <p:grpSp>
          <p:nvGrpSpPr>
            <p:cNvPr id="754" name="Google Shape;754;g3fa608e3085_0_0"/>
            <p:cNvGrpSpPr/>
            <p:nvPr/>
          </p:nvGrpSpPr>
          <p:grpSpPr>
            <a:xfrm>
              <a:off x="2888300" y="7277774"/>
              <a:ext cx="1723097" cy="590778"/>
              <a:chOff x="7838420" y="3527567"/>
              <a:chExt cx="144600" cy="407012"/>
            </a:xfrm>
          </p:grpSpPr>
          <p:sp>
            <p:nvSpPr>
              <p:cNvPr id="755" name="Google Shape;755;g3fa608e3085_0_0"/>
              <p:cNvSpPr/>
              <p:nvPr/>
            </p:nvSpPr>
            <p:spPr>
              <a:xfrm>
                <a:off x="7838420" y="3527567"/>
                <a:ext cx="144600" cy="406800"/>
              </a:xfrm>
              <a:prstGeom prst="roundRect">
                <a:avLst>
                  <a:gd fmla="val 16667" name="adj"/>
                </a:avLst>
              </a:prstGeom>
              <a:solidFill>
                <a:schemeClr val="accent5"/>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56" name="Google Shape;756;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57" name="Google Shape;757;g3fa608e3085_0_0"/>
            <p:cNvSpPr txBox="1"/>
            <p:nvPr/>
          </p:nvSpPr>
          <p:spPr>
            <a:xfrm>
              <a:off x="2888200" y="68438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58" name="Google Shape;758;g3fa608e3085_0_0"/>
          <p:cNvGrpSpPr/>
          <p:nvPr/>
        </p:nvGrpSpPr>
        <p:grpSpPr>
          <a:xfrm>
            <a:off x="8677800" y="3003044"/>
            <a:ext cx="1723200" cy="4866586"/>
            <a:chOff x="8677800" y="6309899"/>
            <a:chExt cx="1723200" cy="1559054"/>
          </a:xfrm>
        </p:grpSpPr>
        <p:grpSp>
          <p:nvGrpSpPr>
            <p:cNvPr id="759" name="Google Shape;759;g3fa608e3085_0_0"/>
            <p:cNvGrpSpPr/>
            <p:nvPr/>
          </p:nvGrpSpPr>
          <p:grpSpPr>
            <a:xfrm>
              <a:off x="8677800" y="6474599"/>
              <a:ext cx="1723097" cy="1394354"/>
              <a:chOff x="7838420" y="2974225"/>
              <a:chExt cx="144600" cy="960629"/>
            </a:xfrm>
          </p:grpSpPr>
          <p:sp>
            <p:nvSpPr>
              <p:cNvPr id="760" name="Google Shape;760;g3fa608e3085_0_0"/>
              <p:cNvSpPr/>
              <p:nvPr/>
            </p:nvSpPr>
            <p:spPr>
              <a:xfrm>
                <a:off x="7838420" y="2974225"/>
                <a:ext cx="144600" cy="960300"/>
              </a:xfrm>
              <a:prstGeom prst="roundRect">
                <a:avLst>
                  <a:gd fmla="val 16667" name="adj"/>
                </a:avLst>
              </a:prstGeom>
              <a:solidFill>
                <a:srgbClr val="F2F4FF"/>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1" name="Google Shape;761;g3fa608e3085_0_0"/>
              <p:cNvSpPr txBox="1"/>
              <p:nvPr/>
            </p:nvSpPr>
            <p:spPr>
              <a:xfrm>
                <a:off x="7838420" y="3764455"/>
                <a:ext cx="144600" cy="170400"/>
              </a:xfrm>
              <a:prstGeom prst="rect">
                <a:avLst/>
              </a:prstGeom>
              <a:noFill/>
              <a:ln>
                <a:noFill/>
              </a:ln>
            </p:spPr>
            <p:txBody>
              <a:bodyPr anchorCtr="0" anchor="ctr" bIns="0" lIns="0" spcFirstLastPara="1" rIns="0" wrap="square" tIns="0">
                <a:noAutofit/>
              </a:bodyPr>
              <a:lstStyle/>
              <a:p>
                <a:pPr indent="0" lvl="0" marL="0" rtl="1" algn="ctr">
                  <a:spcBef>
                    <a:spcPts val="0"/>
                  </a:spcBef>
                  <a:spcAft>
                    <a:spcPts val="0"/>
                  </a:spcAft>
                  <a:buNone/>
                </a:pPr>
                <a:r>
                  <a:rPr lang="ar-SA" sz="1161">
                    <a:latin typeface="Readex Pro"/>
                    <a:ea typeface="Readex Pro"/>
                    <a:cs typeface="Readex Pro"/>
                    <a:sym typeface="Readex Pro"/>
                  </a:rPr>
                  <a:t>الموضوع</a:t>
                </a:r>
                <a:endParaRPr sz="1161">
                  <a:solidFill>
                    <a:srgbClr val="000000"/>
                  </a:solidFill>
                  <a:latin typeface="Readex Pro"/>
                  <a:ea typeface="Readex Pro"/>
                  <a:cs typeface="Readex Pro"/>
                  <a:sym typeface="Readex Pro"/>
                </a:endParaRPr>
              </a:p>
            </p:txBody>
          </p:sp>
        </p:grpSp>
        <p:sp>
          <p:nvSpPr>
            <p:cNvPr id="762" name="Google Shape;762;g3fa608e3085_0_0"/>
            <p:cNvSpPr txBox="1"/>
            <p:nvPr/>
          </p:nvSpPr>
          <p:spPr>
            <a:xfrm>
              <a:off x="8677800" y="6309899"/>
              <a:ext cx="1723200" cy="164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100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3" name="Google Shape;763;g3fa608e3085_0_0"/>
          <p:cNvGrpSpPr/>
          <p:nvPr/>
        </p:nvGrpSpPr>
        <p:grpSpPr>
          <a:xfrm>
            <a:off x="14500050" y="3699260"/>
            <a:ext cx="1723200" cy="4169464"/>
            <a:chOff x="14500050" y="6309902"/>
            <a:chExt cx="1723200" cy="1558736"/>
          </a:xfrm>
        </p:grpSpPr>
        <p:grpSp>
          <p:nvGrpSpPr>
            <p:cNvPr id="764" name="Google Shape;764;g3fa608e3085_0_0"/>
            <p:cNvGrpSpPr/>
            <p:nvPr/>
          </p:nvGrpSpPr>
          <p:grpSpPr>
            <a:xfrm>
              <a:off x="14500050" y="6575033"/>
              <a:ext cx="1723097" cy="1293605"/>
              <a:chOff x="7838420" y="3043418"/>
              <a:chExt cx="144600" cy="891220"/>
            </a:xfrm>
          </p:grpSpPr>
          <p:sp>
            <p:nvSpPr>
              <p:cNvPr id="765" name="Google Shape;765;g3fa608e3085_0_0"/>
              <p:cNvSpPr/>
              <p:nvPr/>
            </p:nvSpPr>
            <p:spPr>
              <a:xfrm>
                <a:off x="7838420" y="3043418"/>
                <a:ext cx="144600" cy="891000"/>
              </a:xfrm>
              <a:prstGeom prst="roundRect">
                <a:avLst>
                  <a:gd fmla="val 16667" name="adj"/>
                </a:avLst>
              </a:prstGeom>
              <a:solidFill>
                <a:srgbClr val="6150EA"/>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66" name="Google Shape;766;g3fa608e3085_0_0"/>
              <p:cNvSpPr txBox="1"/>
              <p:nvPr/>
            </p:nvSpPr>
            <p:spPr>
              <a:xfrm>
                <a:off x="7838420" y="3803838"/>
                <a:ext cx="144600" cy="13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67" name="Google Shape;767;g3fa608e3085_0_0"/>
            <p:cNvSpPr txBox="1"/>
            <p:nvPr/>
          </p:nvSpPr>
          <p:spPr>
            <a:xfrm>
              <a:off x="14500050" y="6309902"/>
              <a:ext cx="1723200" cy="23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80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grpSp>
        <p:nvGrpSpPr>
          <p:cNvPr id="768" name="Google Shape;768;g3fa608e3085_0_0"/>
          <p:cNvGrpSpPr/>
          <p:nvPr/>
        </p:nvGrpSpPr>
        <p:grpSpPr>
          <a:xfrm>
            <a:off x="11588925" y="4790547"/>
            <a:ext cx="1723200" cy="3078036"/>
            <a:chOff x="11588925" y="5315225"/>
            <a:chExt cx="1723200" cy="2553327"/>
          </a:xfrm>
        </p:grpSpPr>
        <p:grpSp>
          <p:nvGrpSpPr>
            <p:cNvPr id="769" name="Google Shape;769;g3fa608e3085_0_0"/>
            <p:cNvGrpSpPr/>
            <p:nvPr/>
          </p:nvGrpSpPr>
          <p:grpSpPr>
            <a:xfrm>
              <a:off x="11588925" y="5806027"/>
              <a:ext cx="1723097" cy="2062526"/>
              <a:chOff x="7838420" y="2513618"/>
              <a:chExt cx="144600" cy="1420961"/>
            </a:xfrm>
          </p:grpSpPr>
          <p:sp>
            <p:nvSpPr>
              <p:cNvPr id="770" name="Google Shape;770;g3fa608e3085_0_0"/>
              <p:cNvSpPr/>
              <p:nvPr/>
            </p:nvSpPr>
            <p:spPr>
              <a:xfrm>
                <a:off x="7838420" y="2513618"/>
                <a:ext cx="144600" cy="1420800"/>
              </a:xfrm>
              <a:prstGeom prst="roundRect">
                <a:avLst>
                  <a:gd fmla="val 16667" name="adj"/>
                </a:avLst>
              </a:prstGeom>
              <a:solidFill>
                <a:srgbClr val="2EF2C2"/>
              </a:solidFill>
              <a:ln>
                <a:noFill/>
              </a:ln>
            </p:spPr>
            <p:txBody>
              <a:bodyPr anchorCtr="0" anchor="ctr" bIns="132700" lIns="132700" spcFirstLastPara="1" rIns="132700" wrap="square" tIns="132700">
                <a:noAutofit/>
              </a:bodyPr>
              <a:lstStyle/>
              <a:p>
                <a:pPr indent="0" lvl="0" marL="0" rtl="0" algn="ctr">
                  <a:spcBef>
                    <a:spcPts val="0"/>
                  </a:spcBef>
                  <a:spcAft>
                    <a:spcPts val="0"/>
                  </a:spcAft>
                  <a:buNone/>
                </a:pPr>
                <a:r>
                  <a:t/>
                </a:r>
                <a:endParaRPr sz="2032">
                  <a:solidFill>
                    <a:srgbClr val="000000"/>
                  </a:solidFill>
                  <a:latin typeface="Readex Pro"/>
                  <a:ea typeface="Readex Pro"/>
                  <a:cs typeface="Readex Pro"/>
                  <a:sym typeface="Readex Pro"/>
                </a:endParaRPr>
              </a:p>
            </p:txBody>
          </p:sp>
          <p:sp>
            <p:nvSpPr>
              <p:cNvPr id="771" name="Google Shape;771;g3fa608e3085_0_0"/>
              <p:cNvSpPr txBox="1"/>
              <p:nvPr/>
            </p:nvSpPr>
            <p:spPr>
              <a:xfrm>
                <a:off x="7838420" y="3596479"/>
                <a:ext cx="144600" cy="338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161">
                    <a:latin typeface="Readex Pro"/>
                    <a:ea typeface="Readex Pro"/>
                    <a:cs typeface="Readex Pro"/>
                    <a:sym typeface="Readex Pro"/>
                  </a:rPr>
                  <a:t>الموضوع</a:t>
                </a:r>
                <a:endParaRPr sz="1161">
                  <a:latin typeface="Readex Pro"/>
                  <a:ea typeface="Readex Pro"/>
                  <a:cs typeface="Readex Pro"/>
                  <a:sym typeface="Readex Pro"/>
                </a:endParaRPr>
              </a:p>
            </p:txBody>
          </p:sp>
        </p:grpSp>
        <p:sp>
          <p:nvSpPr>
            <p:cNvPr id="772" name="Google Shape;772;g3fa608e3085_0_0"/>
            <p:cNvSpPr txBox="1"/>
            <p:nvPr/>
          </p:nvSpPr>
          <p:spPr>
            <a:xfrm>
              <a:off x="11588925" y="5315225"/>
              <a:ext cx="17232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60</a:t>
              </a:r>
              <a:r>
                <a:rPr lang="ar-SA" sz="1451">
                  <a:solidFill>
                    <a:srgbClr val="FFFFFF"/>
                  </a:solidFill>
                  <a:latin typeface="Readex Pro SemiBold"/>
                  <a:ea typeface="Readex Pro SemiBold"/>
                  <a:cs typeface="Readex Pro SemiBold"/>
                  <a:sym typeface="Readex Pro SemiBold"/>
                </a:rPr>
                <a:t>%</a:t>
              </a:r>
              <a:endParaRPr sz="1451">
                <a:solidFill>
                  <a:srgbClr val="FFFFFF"/>
                </a:solidFill>
                <a:latin typeface="Readex Pro SemiBold"/>
                <a:ea typeface="Readex Pro SemiBold"/>
                <a:cs typeface="Readex Pro SemiBold"/>
                <a:sym typeface="Readex Pro SemiBold"/>
              </a:endParaRPr>
            </a:p>
          </p:txBody>
        </p:sp>
      </p:grpSp>
      <p:cxnSp>
        <p:nvCxnSpPr>
          <p:cNvPr id="773" name="Google Shape;773;g3fa608e3085_0_0"/>
          <p:cNvCxnSpPr/>
          <p:nvPr/>
        </p:nvCxnSpPr>
        <p:spPr>
          <a:xfrm flipH="1" rot="10800000">
            <a:off x="2011600" y="3016275"/>
            <a:ext cx="24000" cy="4866600"/>
          </a:xfrm>
          <a:prstGeom prst="straightConnector1">
            <a:avLst/>
          </a:prstGeom>
          <a:noFill/>
          <a:ln cap="flat" cmpd="sng" w="9525">
            <a:solidFill>
              <a:srgbClr val="FAF9FF"/>
            </a:solidFill>
            <a:prstDash val="solid"/>
            <a:round/>
            <a:headEnd len="med" w="med" type="diamond"/>
            <a:tailEnd len="med" w="med" type="triangle"/>
          </a:ln>
        </p:spPr>
      </p:cxnSp>
      <p:sp>
        <p:nvSpPr>
          <p:cNvPr id="774" name="Google Shape;774;g3fa608e3085_0_0"/>
          <p:cNvSpPr txBox="1"/>
          <p:nvPr/>
        </p:nvSpPr>
        <p:spPr>
          <a:xfrm>
            <a:off x="1427184" y="768740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0</a:t>
            </a:r>
            <a:endParaRPr sz="800">
              <a:solidFill>
                <a:srgbClr val="F2F4FF"/>
              </a:solidFill>
              <a:latin typeface="Readex Pro"/>
              <a:ea typeface="Readex Pro"/>
              <a:cs typeface="Readex Pro"/>
              <a:sym typeface="Readex Pro"/>
            </a:endParaRPr>
          </a:p>
        </p:txBody>
      </p:sp>
      <p:sp>
        <p:nvSpPr>
          <p:cNvPr id="775" name="Google Shape;775;g3fa608e3085_0_0"/>
          <p:cNvSpPr txBox="1"/>
          <p:nvPr/>
        </p:nvSpPr>
        <p:spPr>
          <a:xfrm>
            <a:off x="1427184" y="721611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a:t>
            </a:r>
            <a:endParaRPr sz="800">
              <a:solidFill>
                <a:srgbClr val="F2F4FF"/>
              </a:solidFill>
              <a:latin typeface="Readex Pro"/>
              <a:ea typeface="Readex Pro"/>
              <a:cs typeface="Readex Pro"/>
              <a:sym typeface="Readex Pro"/>
            </a:endParaRPr>
          </a:p>
        </p:txBody>
      </p:sp>
      <p:sp>
        <p:nvSpPr>
          <p:cNvPr id="776" name="Google Shape;776;g3fa608e3085_0_0"/>
          <p:cNvSpPr txBox="1"/>
          <p:nvPr/>
        </p:nvSpPr>
        <p:spPr>
          <a:xfrm>
            <a:off x="1427184" y="6744822"/>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20</a:t>
            </a:r>
            <a:endParaRPr sz="800">
              <a:solidFill>
                <a:srgbClr val="F2F4FF"/>
              </a:solidFill>
              <a:latin typeface="Readex Pro"/>
              <a:ea typeface="Readex Pro"/>
              <a:cs typeface="Readex Pro"/>
              <a:sym typeface="Readex Pro"/>
            </a:endParaRPr>
          </a:p>
        </p:txBody>
      </p:sp>
      <p:sp>
        <p:nvSpPr>
          <p:cNvPr id="777" name="Google Shape;777;g3fa608e3085_0_0"/>
          <p:cNvSpPr txBox="1"/>
          <p:nvPr/>
        </p:nvSpPr>
        <p:spPr>
          <a:xfrm>
            <a:off x="1427184" y="6273534"/>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30</a:t>
            </a:r>
            <a:endParaRPr sz="800">
              <a:solidFill>
                <a:srgbClr val="F2F4FF"/>
              </a:solidFill>
              <a:latin typeface="Readex Pro"/>
              <a:ea typeface="Readex Pro"/>
              <a:cs typeface="Readex Pro"/>
              <a:sym typeface="Readex Pro"/>
            </a:endParaRPr>
          </a:p>
        </p:txBody>
      </p:sp>
      <p:sp>
        <p:nvSpPr>
          <p:cNvPr id="778" name="Google Shape;778;g3fa608e3085_0_0"/>
          <p:cNvSpPr txBox="1"/>
          <p:nvPr/>
        </p:nvSpPr>
        <p:spPr>
          <a:xfrm>
            <a:off x="1427184" y="5802245"/>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40</a:t>
            </a:r>
            <a:endParaRPr sz="800">
              <a:solidFill>
                <a:srgbClr val="F2F4FF"/>
              </a:solidFill>
              <a:latin typeface="Readex Pro"/>
              <a:ea typeface="Readex Pro"/>
              <a:cs typeface="Readex Pro"/>
              <a:sym typeface="Readex Pro"/>
            </a:endParaRPr>
          </a:p>
        </p:txBody>
      </p:sp>
      <p:sp>
        <p:nvSpPr>
          <p:cNvPr id="779" name="Google Shape;779;g3fa608e3085_0_0"/>
          <p:cNvSpPr txBox="1"/>
          <p:nvPr/>
        </p:nvSpPr>
        <p:spPr>
          <a:xfrm>
            <a:off x="1427184" y="5330956"/>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50</a:t>
            </a:r>
            <a:endParaRPr sz="800">
              <a:solidFill>
                <a:srgbClr val="F2F4FF"/>
              </a:solidFill>
              <a:latin typeface="Readex Pro"/>
              <a:ea typeface="Readex Pro"/>
              <a:cs typeface="Readex Pro"/>
              <a:sym typeface="Readex Pro"/>
            </a:endParaRPr>
          </a:p>
        </p:txBody>
      </p:sp>
      <p:sp>
        <p:nvSpPr>
          <p:cNvPr id="780" name="Google Shape;780;g3fa608e3085_0_0"/>
          <p:cNvSpPr txBox="1"/>
          <p:nvPr/>
        </p:nvSpPr>
        <p:spPr>
          <a:xfrm>
            <a:off x="1427184" y="4859667"/>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60</a:t>
            </a:r>
            <a:endParaRPr sz="800">
              <a:solidFill>
                <a:srgbClr val="F2F4FF"/>
              </a:solidFill>
              <a:latin typeface="Readex Pro"/>
              <a:ea typeface="Readex Pro"/>
              <a:cs typeface="Readex Pro"/>
              <a:sym typeface="Readex Pro"/>
            </a:endParaRPr>
          </a:p>
        </p:txBody>
      </p:sp>
      <p:sp>
        <p:nvSpPr>
          <p:cNvPr id="781" name="Google Shape;781;g3fa608e3085_0_0"/>
          <p:cNvSpPr txBox="1"/>
          <p:nvPr/>
        </p:nvSpPr>
        <p:spPr>
          <a:xfrm>
            <a:off x="1427184" y="4388379"/>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70</a:t>
            </a:r>
            <a:endParaRPr sz="800">
              <a:solidFill>
                <a:srgbClr val="F2F4FF"/>
              </a:solidFill>
              <a:latin typeface="Readex Pro"/>
              <a:ea typeface="Readex Pro"/>
              <a:cs typeface="Readex Pro"/>
              <a:sym typeface="Readex Pro"/>
            </a:endParaRPr>
          </a:p>
        </p:txBody>
      </p:sp>
      <p:sp>
        <p:nvSpPr>
          <p:cNvPr id="782" name="Google Shape;782;g3fa608e3085_0_0"/>
          <p:cNvSpPr txBox="1"/>
          <p:nvPr/>
        </p:nvSpPr>
        <p:spPr>
          <a:xfrm>
            <a:off x="1427184" y="3917090"/>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80</a:t>
            </a:r>
            <a:endParaRPr sz="800">
              <a:solidFill>
                <a:srgbClr val="F2F4FF"/>
              </a:solidFill>
              <a:latin typeface="Readex Pro"/>
              <a:ea typeface="Readex Pro"/>
              <a:cs typeface="Readex Pro"/>
              <a:sym typeface="Readex Pro"/>
            </a:endParaRPr>
          </a:p>
        </p:txBody>
      </p:sp>
      <p:sp>
        <p:nvSpPr>
          <p:cNvPr id="783" name="Google Shape;783;g3fa608e3085_0_0"/>
          <p:cNvSpPr txBox="1"/>
          <p:nvPr/>
        </p:nvSpPr>
        <p:spPr>
          <a:xfrm>
            <a:off x="1427184" y="3445801"/>
            <a:ext cx="4059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90</a:t>
            </a:r>
            <a:endParaRPr sz="800">
              <a:solidFill>
                <a:srgbClr val="F2F4FF"/>
              </a:solidFill>
              <a:latin typeface="Readex Pro"/>
              <a:ea typeface="Readex Pro"/>
              <a:cs typeface="Readex Pro"/>
              <a:sym typeface="Readex Pro"/>
            </a:endParaRPr>
          </a:p>
        </p:txBody>
      </p:sp>
      <p:sp>
        <p:nvSpPr>
          <p:cNvPr id="784" name="Google Shape;784;g3fa608e3085_0_0"/>
          <p:cNvSpPr txBox="1"/>
          <p:nvPr/>
        </p:nvSpPr>
        <p:spPr>
          <a:xfrm>
            <a:off x="1372725" y="3025575"/>
            <a:ext cx="514800" cy="253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ar-SA" sz="800">
                <a:solidFill>
                  <a:srgbClr val="F2F4FF"/>
                </a:solidFill>
                <a:latin typeface="Readex Pro"/>
                <a:ea typeface="Readex Pro"/>
                <a:cs typeface="Readex Pro"/>
                <a:sym typeface="Readex Pro"/>
              </a:rPr>
              <a:t>100</a:t>
            </a:r>
            <a:endParaRPr sz="800">
              <a:solidFill>
                <a:srgbClr val="F2F4FF"/>
              </a:solidFill>
              <a:latin typeface="Readex Pro"/>
              <a:ea typeface="Readex Pro"/>
              <a:cs typeface="Readex Pro"/>
              <a:sym typeface="Readex Pro"/>
            </a:endParaRPr>
          </a:p>
        </p:txBody>
      </p:sp>
      <p:pic>
        <p:nvPicPr>
          <p:cNvPr id="785" name="Google Shape;785;g3fa608e3085_0_0"/>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786" name="Google Shape;786;g3fa608e3085_0_0"/>
          <p:cNvCxnSpPr/>
          <p:nvPr/>
        </p:nvCxnSpPr>
        <p:spPr>
          <a:xfrm rot="10800000">
            <a:off x="2289875" y="7941775"/>
            <a:ext cx="14453700" cy="0"/>
          </a:xfrm>
          <a:prstGeom prst="straightConnector1">
            <a:avLst/>
          </a:prstGeom>
          <a:noFill/>
          <a:ln cap="flat" cmpd="sng" w="9525">
            <a:solidFill>
              <a:srgbClr val="8E99CC"/>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pic>
        <p:nvPicPr>
          <p:cNvPr id="792" name="Google Shape;792;p23"/>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793" name="Google Shape;793;p2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794" name="Google Shape;794;p2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[عنوان التوزيع النسبي]</a:t>
            </a:r>
            <a:endParaRPr/>
          </a:p>
        </p:txBody>
      </p:sp>
      <p:sp>
        <p:nvSpPr>
          <p:cNvPr id="795" name="Google Shape;795;p23"/>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بيانات توضيحية للتعديل</a:t>
            </a:r>
            <a:endParaRPr/>
          </a:p>
        </p:txBody>
      </p:sp>
      <p:sp>
        <p:nvSpPr>
          <p:cNvPr id="796" name="Google Shape;796;p2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797" name="Google Shape;797;p23"/>
          <p:cNvSpPr txBox="1"/>
          <p:nvPr>
            <p:ph idx="3" type="body"/>
          </p:nvPr>
        </p:nvSpPr>
        <p:spPr>
          <a:xfrm>
            <a:off x="1409700" y="890587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والفترة]</a:t>
            </a:r>
            <a:endParaRPr/>
          </a:p>
        </p:txBody>
      </p:sp>
      <p:grpSp>
        <p:nvGrpSpPr>
          <p:cNvPr id="798" name="Google Shape;798;p23"/>
          <p:cNvGrpSpPr/>
          <p:nvPr/>
        </p:nvGrpSpPr>
        <p:grpSpPr>
          <a:xfrm>
            <a:off x="6531752" y="3082259"/>
            <a:ext cx="5501766" cy="5503883"/>
            <a:chOff x="9818123" y="3876685"/>
            <a:chExt cx="3913341" cy="3914847"/>
          </a:xfrm>
        </p:grpSpPr>
        <p:grpSp>
          <p:nvGrpSpPr>
            <p:cNvPr id="799" name="Google Shape;799;p23"/>
            <p:cNvGrpSpPr/>
            <p:nvPr/>
          </p:nvGrpSpPr>
          <p:grpSpPr>
            <a:xfrm>
              <a:off x="9818123" y="3876685"/>
              <a:ext cx="3913341" cy="3914847"/>
              <a:chOff x="7227167" y="3027486"/>
              <a:chExt cx="1559100" cy="1559700"/>
            </a:xfrm>
          </p:grpSpPr>
          <p:sp>
            <p:nvSpPr>
              <p:cNvPr id="800" name="Google Shape;800;p23"/>
              <p:cNvSpPr/>
              <p:nvPr/>
            </p:nvSpPr>
            <p:spPr>
              <a:xfrm rot="2694635">
                <a:off x="7471537" y="3255980"/>
                <a:ext cx="1087390" cy="1087390"/>
              </a:xfrm>
              <a:prstGeom prst="ellipse">
                <a:avLst/>
              </a:prstGeom>
              <a:solidFill>
                <a:srgbClr val="6150EA"/>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id="801" name="Google Shape;801;p23"/>
              <p:cNvSpPr/>
              <p:nvPr/>
            </p:nvSpPr>
            <p:spPr>
              <a:xfrm>
                <a:off x="7455575" y="3255975"/>
                <a:ext cx="1102500" cy="1102500"/>
              </a:xfrm>
              <a:prstGeom prst="pie">
                <a:avLst>
                  <a:gd fmla="val 0" name="adj1"/>
                  <a:gd fmla="val 16200000" name="adj2"/>
                </a:avLst>
              </a:prstGeom>
              <a:solidFill>
                <a:srgbClr val="2EF2C2"/>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sp>
            <p:nvSpPr>
              <p:cNvPr descr="A pie chart comparing sales across online stores, physical stores, and social media. " id="802" name="Google Shape;802;p23"/>
              <p:cNvSpPr/>
              <p:nvPr/>
            </p:nvSpPr>
            <p:spPr>
              <a:xfrm rot="2701323">
                <a:off x="7455386" y="3256005"/>
                <a:ext cx="1102662" cy="1102662"/>
              </a:xfrm>
              <a:prstGeom prst="pie">
                <a:avLst>
                  <a:gd fmla="val 2686087" name="adj1"/>
                  <a:gd fmla="val 13563496" name="adj2"/>
                </a:avLst>
              </a:prstGeom>
              <a:solidFill>
                <a:schemeClr val="accent1"/>
              </a:solidFill>
              <a:ln>
                <a:noFill/>
              </a:ln>
            </p:spPr>
            <p:txBody>
              <a:bodyPr anchorCtr="0" anchor="ctr" bIns="399650" lIns="399650" spcFirstLastPara="1" rIns="399650" wrap="square" tIns="399650">
                <a:noAutofit/>
              </a:bodyPr>
              <a:lstStyle/>
              <a:p>
                <a:pPr indent="0" lvl="0" marL="0" rtl="0" algn="ctr">
                  <a:spcBef>
                    <a:spcPts val="0"/>
                  </a:spcBef>
                  <a:spcAft>
                    <a:spcPts val="0"/>
                  </a:spcAft>
                  <a:buNone/>
                </a:pPr>
                <a:r>
                  <a:t/>
                </a:r>
                <a:endParaRPr sz="6120">
                  <a:solidFill>
                    <a:srgbClr val="000000"/>
                  </a:solidFill>
                  <a:latin typeface="Urbanist"/>
                  <a:ea typeface="Urbanist"/>
                  <a:cs typeface="Urbanist"/>
                  <a:sym typeface="Urbanist"/>
                </a:endParaRPr>
              </a:p>
            </p:txBody>
          </p:sp>
        </p:grpSp>
        <p:sp>
          <p:nvSpPr>
            <p:cNvPr id="803" name="Google Shape;803;p23"/>
            <p:cNvSpPr/>
            <p:nvPr/>
          </p:nvSpPr>
          <p:spPr>
            <a:xfrm>
              <a:off x="11022135" y="5060983"/>
              <a:ext cx="1546200" cy="1546200"/>
            </a:xfrm>
            <a:prstGeom prst="ellipse">
              <a:avLst/>
            </a:prstGeom>
            <a:solidFill>
              <a:srgbClr val="12183F"/>
            </a:solidFill>
            <a:ln cap="flat" cmpd="sng" w="13400">
              <a:solidFill>
                <a:schemeClr val="dk2"/>
              </a:solidFill>
              <a:prstDash val="solid"/>
              <a:round/>
              <a:headEnd len="sm" w="sm" type="none"/>
              <a:tailEnd len="sm" w="sm" type="none"/>
            </a:ln>
          </p:spPr>
          <p:txBody>
            <a:bodyPr anchorCtr="0" anchor="ctr" bIns="128525" lIns="128525" spcFirstLastPara="1" rIns="128525" wrap="square" tIns="128525">
              <a:noAutofit/>
            </a:bodyPr>
            <a:lstStyle/>
            <a:p>
              <a:pPr indent="0" lvl="0" marL="0" rtl="0" algn="ctr">
                <a:spcBef>
                  <a:spcPts val="0"/>
                </a:spcBef>
                <a:spcAft>
                  <a:spcPts val="0"/>
                </a:spcAft>
                <a:buNone/>
              </a:pPr>
              <a:r>
                <a:t/>
              </a:r>
              <a:endParaRPr sz="1968"/>
            </a:p>
          </p:txBody>
        </p:sp>
      </p:grpSp>
      <p:sp>
        <p:nvSpPr>
          <p:cNvPr id="804" name="Google Shape;804;p23"/>
          <p:cNvSpPr txBox="1"/>
          <p:nvPr/>
        </p:nvSpPr>
        <p:spPr>
          <a:xfrm>
            <a:off x="5810250" y="563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50%</a:t>
            </a:r>
            <a:endParaRPr sz="1451">
              <a:solidFill>
                <a:schemeClr val="lt1"/>
              </a:solidFill>
              <a:latin typeface="Readex Pro SemiBold"/>
              <a:ea typeface="Readex Pro SemiBold"/>
              <a:cs typeface="Readex Pro SemiBold"/>
              <a:sym typeface="Readex Pro SemiBold"/>
            </a:endParaRPr>
          </a:p>
        </p:txBody>
      </p:sp>
      <p:sp>
        <p:nvSpPr>
          <p:cNvPr id="805" name="Google Shape;805;p23"/>
          <p:cNvSpPr txBox="1"/>
          <p:nvPr/>
        </p:nvSpPr>
        <p:spPr>
          <a:xfrm>
            <a:off x="5810250" y="602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06" name="Google Shape;806;p23"/>
          <p:cNvSpPr txBox="1"/>
          <p:nvPr/>
        </p:nvSpPr>
        <p:spPr>
          <a:xfrm>
            <a:off x="11017250" y="3994938"/>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7" name="Google Shape;807;p23"/>
          <p:cNvSpPr txBox="1"/>
          <p:nvPr/>
        </p:nvSpPr>
        <p:spPr>
          <a:xfrm>
            <a:off x="11017250" y="4385450"/>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08" name="Google Shape;808;p23"/>
          <p:cNvSpPr txBox="1"/>
          <p:nvPr/>
        </p:nvSpPr>
        <p:spPr>
          <a:xfrm>
            <a:off x="11017250" y="6900063"/>
            <a:ext cx="1285500" cy="4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25</a:t>
            </a:r>
            <a:r>
              <a:rPr lang="ar-SA" sz="1451">
                <a:solidFill>
                  <a:schemeClr val="lt1"/>
                </a:solidFill>
                <a:latin typeface="Readex Pro SemiBold"/>
                <a:ea typeface="Readex Pro SemiBold"/>
                <a:cs typeface="Readex Pro SemiBold"/>
                <a:sym typeface="Readex Pro SemiBold"/>
              </a:rPr>
              <a:t>%</a:t>
            </a:r>
            <a:endParaRPr sz="1451">
              <a:solidFill>
                <a:schemeClr val="lt1"/>
              </a:solidFill>
              <a:latin typeface="Readex Pro SemiBold"/>
              <a:ea typeface="Readex Pro SemiBold"/>
              <a:cs typeface="Readex Pro SemiBold"/>
              <a:sym typeface="Readex Pro SemiBold"/>
            </a:endParaRPr>
          </a:p>
        </p:txBody>
      </p:sp>
      <p:sp>
        <p:nvSpPr>
          <p:cNvPr id="809" name="Google Shape;809;p23"/>
          <p:cNvSpPr txBox="1"/>
          <p:nvPr/>
        </p:nvSpPr>
        <p:spPr>
          <a:xfrm>
            <a:off x="11017250" y="7290575"/>
            <a:ext cx="1285500" cy="4080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ar-SA" sz="1451">
                <a:solidFill>
                  <a:schemeClr val="lt1"/>
                </a:solidFill>
                <a:latin typeface="Readex Pro SemiBold"/>
                <a:ea typeface="Readex Pro SemiBold"/>
                <a:cs typeface="Readex Pro SemiBold"/>
                <a:sym typeface="Readex Pro SemiBold"/>
              </a:rPr>
              <a:t>العنوان</a:t>
            </a:r>
            <a:endParaRPr sz="1451">
              <a:solidFill>
                <a:schemeClr val="lt1"/>
              </a:solidFill>
              <a:latin typeface="Readex Pro SemiBold"/>
              <a:ea typeface="Readex Pro SemiBold"/>
              <a:cs typeface="Readex Pro SemiBold"/>
              <a:sym typeface="Readex Pro SemiBold"/>
            </a:endParaRPr>
          </a:p>
        </p:txBody>
      </p:sp>
      <p:sp>
        <p:nvSpPr>
          <p:cNvPr id="810" name="Google Shape;810;p23"/>
          <p:cNvSpPr txBox="1"/>
          <p:nvPr/>
        </p:nvSpPr>
        <p:spPr>
          <a:xfrm>
            <a:off x="1790508" y="8033292"/>
            <a:ext cx="14685600" cy="490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ar-SA" sz="1451">
                <a:solidFill>
                  <a:srgbClr val="FFFFFF"/>
                </a:solidFill>
                <a:latin typeface="Readex Pro SemiBold"/>
                <a:ea typeface="Readex Pro SemiBold"/>
                <a:cs typeface="Readex Pro SemiBold"/>
                <a:sym typeface="Readex Pro SemiBold"/>
              </a:rPr>
              <a:t>بيانات توضيحية للتعديل</a:t>
            </a:r>
            <a:endParaRPr sz="1451">
              <a:solidFill>
                <a:srgbClr val="FFFFFF"/>
              </a:solidFill>
              <a:latin typeface="Readex Pro SemiBold"/>
              <a:ea typeface="Readex Pro SemiBold"/>
              <a:cs typeface="Readex Pro SemiBold"/>
              <a:sym typeface="Readex Pro SemiBold"/>
            </a:endParaRPr>
          </a:p>
        </p:txBody>
      </p:sp>
      <p:pic>
        <p:nvPicPr>
          <p:cNvPr id="811" name="Google Shape;811;p2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[آلية عمل الحل]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[تسلسل العمل من المدخلات إلى الأثر]</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[المدخلات]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[البيانات أو الطلب]</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[مصدرها]</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[المعالجة]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[الإجراء الأساسي]</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[كيفية تنفيذه]</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[المخرجات]</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[ما ينتجه الحل]</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[طريقة عرضه]</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[الأثر]</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[الفائدة للمستخدم]</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[كيف تُقاس]</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34" name="Google Shape;834;p25"/>
          <p:cNvSpPr/>
          <p:nvPr>
            <p:ph idx="2" type="pic"/>
          </p:nvPr>
        </p:nvSpPr>
        <p:spPr>
          <a:xfrm>
            <a:off x="1047750" y="666750"/>
            <a:ext cx="16192500" cy="6953400"/>
          </a:xfrm>
          <a:prstGeom prst="roundRect">
            <a:avLst>
              <a:gd fmla="val 3580" name="adj"/>
            </a:avLst>
          </a:prstGeom>
          <a:solidFill>
            <a:srgbClr val="161D48"/>
          </a:solidFill>
          <a:ln cap="flat" cmpd="sng" w="11425">
            <a:solidFill>
              <a:srgbClr val="4A5590"/>
            </a:solidFill>
            <a:prstDash val="solid"/>
            <a:round/>
            <a:headEnd len="sm" w="sm" type="none"/>
            <a:tailEnd len="sm" w="sm" type="none"/>
          </a:ln>
        </p:spPr>
      </p:sp>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rPr b="1" lang="ar-SA" sz="3900">
                <a:solidFill>
                  <a:srgbClr val="F2F4FF"/>
                </a:solidFill>
                <a:latin typeface="Readex Pro"/>
                <a:ea typeface="Readex Pro"/>
                <a:cs typeface="Readex Pro"/>
                <a:sym typeface="Readex Pro"/>
              </a:rPr>
              <a:t>[عنوان يشرح الصورة]</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[تعليق مختصر أو مصدر الصورة]</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pic>
        <p:nvPicPr>
          <p:cNvPr id="842" name="Google Shape;842;p26"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43" name="Google Shape;843;p26"/>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44" name="Google Shape;844;p26"/>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[معرض الصور أو الواجهات]</a:t>
            </a:r>
            <a:endParaRPr/>
          </a:p>
        </p:txBody>
      </p:sp>
      <p:sp>
        <p:nvSpPr>
          <p:cNvPr id="845" name="Google Shape;845;p2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46" name="Google Shape;846;p26"/>
          <p:cNvSpPr/>
          <p:nvPr>
            <p:ph idx="2" type="pic"/>
          </p:nvPr>
        </p:nvSpPr>
        <p:spPr>
          <a:xfrm>
            <a:off x="12077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
        <p:nvSpPr>
          <p:cNvPr id="847" name="Google Shape;847;p26"/>
          <p:cNvSpPr txBox="1"/>
          <p:nvPr>
            <p:ph idx="3" type="body"/>
          </p:nvPr>
        </p:nvSpPr>
        <p:spPr>
          <a:xfrm>
            <a:off x="121158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sp>
        <p:nvSpPr>
          <p:cNvPr id="848" name="Google Shape;848;p26"/>
          <p:cNvSpPr txBox="1"/>
          <p:nvPr>
            <p:ph idx="5" type="body"/>
          </p:nvPr>
        </p:nvSpPr>
        <p:spPr>
          <a:xfrm>
            <a:off x="676275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sp>
        <p:nvSpPr>
          <p:cNvPr id="849" name="Google Shape;849;p26"/>
          <p:cNvSpPr txBox="1"/>
          <p:nvPr>
            <p:ph idx="7" type="body"/>
          </p:nvPr>
        </p:nvSpPr>
        <p:spPr>
          <a:xfrm>
            <a:off x="1409700" y="8334375"/>
            <a:ext cx="4762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[تعليق يشرح الصورة]</a:t>
            </a:r>
            <a:endParaRPr/>
          </a:p>
        </p:txBody>
      </p:sp>
      <p:pic>
        <p:nvPicPr>
          <p:cNvPr id="850" name="Google Shape;850;p26"/>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51" name="Google Shape;851;p26"/>
          <p:cNvSpPr/>
          <p:nvPr>
            <p:ph idx="2" type="pic"/>
          </p:nvPr>
        </p:nvSpPr>
        <p:spPr>
          <a:xfrm>
            <a:off x="6743700" y="3714675"/>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
        <p:nvSpPr>
          <p:cNvPr id="852" name="Google Shape;852;p26"/>
          <p:cNvSpPr/>
          <p:nvPr>
            <p:ph idx="2" type="pic"/>
          </p:nvPr>
        </p:nvSpPr>
        <p:spPr>
          <a:xfrm>
            <a:off x="1409700" y="3714750"/>
            <a:ext cx="4762500" cy="4286400"/>
          </a:xfrm>
          <a:prstGeom prst="roundRect">
            <a:avLst>
              <a:gd fmla="val 5252" name="adj"/>
            </a:avLst>
          </a:prstGeom>
          <a:solidFill>
            <a:srgbClr val="161D48"/>
          </a:solidFill>
          <a:ln cap="flat" cmpd="sng" w="11425">
            <a:solidFill>
              <a:srgbClr val="4A5590"/>
            </a:solidFill>
            <a:prstDash val="solid"/>
            <a:round/>
            <a:headEnd len="sm" w="sm" type="none"/>
            <a:tailEnd len="sm" w="sm" type="none"/>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[عناصر الحل]</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[أيقونات من القالب المرفق]</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[عنوان العنصر]</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[وصف العنصر ودوره</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في المشروع]</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[اسم القسم]</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[مقارنة خيارين]</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[أساس المقارنة]</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[الخيار الأول]</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[وصف موجز للخيار]</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[الخيار الثاني]</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[وصف موجز للخيار]</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الرئيسية]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أو المتطلب]</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[متى يناسب المستخدم؟]</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[الميزة الرئيسية]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[القيد أو المتطلب]</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[متى يناسب المستخدم؟]</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99" name="Google Shape;899;p29"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0" name="Google Shape;900;p2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pic>
        <p:nvPicPr>
          <p:cNvPr id="906" name="Google Shape;906;p30"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907" name="Google Shape;907;p30"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908" name="Google Shape;908;p3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[اسم المشروع أو الفريق]</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[رابط النموذج أو وسيلة التواصل إن وجدت]</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شركاؤنا</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